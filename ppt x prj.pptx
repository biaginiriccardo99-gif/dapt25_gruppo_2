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96" r:id="rId8"/>
  </p:sldMasterIdLst>
  <p:notesMasterIdLst>
    <p:notesMasterId r:id="rId14"/>
  </p:notesMasterIdLst>
  <p:handoutMasterIdLst>
    <p:handoutMasterId r:id="rId15"/>
  </p:handoutMasterIdLst>
  <p:sldIdLst>
    <p:sldId id="284" r:id="rId9"/>
    <p:sldId id="305" r:id="rId10"/>
    <p:sldId id="306" r:id="rId11"/>
    <p:sldId id="311" r:id="rId12"/>
    <p:sldId id="337" r:id="rId13"/>
  </p:sldIdLst>
  <p:sldSz cx="12192000" cy="6858000"/>
  <p:notesSz cx="7315200" cy="96012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B9FC26-E7CE-4AEB-88B9-FE7102F217CC}">
          <p14:sldIdLst>
            <p14:sldId id="284"/>
            <p14:sldId id="305"/>
            <p14:sldId id="306"/>
            <p14:sldId id="311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534"/>
    <a:srgbClr val="FFFFFF"/>
    <a:srgbClr val="DCE8F5"/>
    <a:srgbClr val="0B2545"/>
    <a:srgbClr val="1F4E79"/>
    <a:srgbClr val="E8F1FB"/>
    <a:srgbClr val="95B3D7"/>
    <a:srgbClr val="406B9B"/>
    <a:srgbClr val="02E266"/>
    <a:srgbClr val="D1EC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573FD-5E64-4F15-A986-461D6A521D55}" v="105" dt="2026-03-25T14:03:28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255" autoAdjust="0"/>
    <p:restoredTop sz="94404" autoAdjust="0"/>
  </p:normalViewPr>
  <p:slideViewPr>
    <p:cSldViewPr snapToGrid="0">
      <p:cViewPr>
        <p:scale>
          <a:sx n="61" d="100"/>
          <a:sy n="61" d="100"/>
        </p:scale>
        <p:origin x="28" y="216"/>
      </p:cViewPr>
      <p:guideLst/>
    </p:cSldViewPr>
  </p:slideViewPr>
  <p:notesTextViewPr>
    <p:cViewPr>
      <p:scale>
        <a:sx n="85" d="100"/>
        <a:sy n="85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5" Type="http://schemas.openxmlformats.org/officeDocument/2006/relationships/customXml" Target="../customXml/item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no, Michele" userId="1ebd79fc-40dd-4ce4-a515-3032d8891950" providerId="ADAL" clId="{3412B5E1-633C-4355-88E6-50A3D16A1C62}"/>
    <pc:docChg chg="undo redo custSel delSld modSld modMainMaster modSection">
      <pc:chgData name="Marino, Michele" userId="1ebd79fc-40dd-4ce4-a515-3032d8891950" providerId="ADAL" clId="{3412B5E1-633C-4355-88E6-50A3D16A1C62}" dt="2026-03-25T14:04:25.938" v="1282" actId="3064"/>
      <pc:docMkLst>
        <pc:docMk/>
      </pc:docMkLst>
      <pc:sldChg chg="addSp delSp modSp mod">
        <pc:chgData name="Marino, Michele" userId="1ebd79fc-40dd-4ce4-a515-3032d8891950" providerId="ADAL" clId="{3412B5E1-633C-4355-88E6-50A3D16A1C62}" dt="2026-03-25T14:04:25.938" v="1282" actId="3064"/>
        <pc:sldMkLst>
          <pc:docMk/>
          <pc:sldMk cId="0" sldId="284"/>
        </pc:sldMkLst>
        <pc:spChg chg="mod">
          <ac:chgData name="Marino, Michele" userId="1ebd79fc-40dd-4ce4-a515-3032d8891950" providerId="ADAL" clId="{3412B5E1-633C-4355-88E6-50A3D16A1C62}" dt="2026-03-25T14:04:25.938" v="1282" actId="3064"/>
          <ac:spMkLst>
            <pc:docMk/>
            <pc:sldMk cId="0" sldId="284"/>
            <ac:spMk id="5" creationId="{0F9BEB70-BE2D-13A3-F755-D09E1E00CA31}"/>
          </ac:spMkLst>
        </pc:spChg>
        <pc:picChg chg="add del mod">
          <ac:chgData name="Marino, Michele" userId="1ebd79fc-40dd-4ce4-a515-3032d8891950" providerId="ADAL" clId="{3412B5E1-633C-4355-88E6-50A3D16A1C62}" dt="2026-03-25T13:56:24.355" v="1215" actId="478"/>
          <ac:picMkLst>
            <pc:docMk/>
            <pc:sldMk cId="0" sldId="284"/>
            <ac:picMk id="2" creationId="{00000000-0000-0000-0000-000000000000}"/>
          </ac:picMkLst>
        </pc:picChg>
        <pc:picChg chg="del">
          <ac:chgData name="Marino, Michele" userId="1ebd79fc-40dd-4ce4-a515-3032d8891950" providerId="ADAL" clId="{3412B5E1-633C-4355-88E6-50A3D16A1C62}" dt="2026-03-25T10:31:38.887" v="1" actId="478"/>
          <ac:picMkLst>
            <pc:docMk/>
            <pc:sldMk cId="0" sldId="284"/>
            <ac:picMk id="3" creationId="{00000000-0000-0000-0000-000000000000}"/>
          </ac:picMkLst>
        </pc:picChg>
        <pc:picChg chg="del">
          <ac:chgData name="Marino, Michele" userId="1ebd79fc-40dd-4ce4-a515-3032d8891950" providerId="ADAL" clId="{3412B5E1-633C-4355-88E6-50A3D16A1C62}" dt="2026-03-25T10:31:56.412" v="5" actId="478"/>
          <ac:picMkLst>
            <pc:docMk/>
            <pc:sldMk cId="0" sldId="284"/>
            <ac:picMk id="4" creationId="{00000000-0000-0000-0000-000000000000}"/>
          </ac:picMkLst>
        </pc:picChg>
        <pc:picChg chg="add mod ord">
          <ac:chgData name="Marino, Michele" userId="1ebd79fc-40dd-4ce4-a515-3032d8891950" providerId="ADAL" clId="{3412B5E1-633C-4355-88E6-50A3D16A1C62}" dt="2026-03-25T14:03:51.295" v="1276" actId="12789"/>
          <ac:picMkLst>
            <pc:docMk/>
            <pc:sldMk cId="0" sldId="284"/>
            <ac:picMk id="4" creationId="{F8C3D375-F796-B7A9-1C8E-A72BAD54F4D6}"/>
          </ac:picMkLst>
        </pc:picChg>
      </pc:sldChg>
      <pc:sldChg chg="addSp delSp modSp mod">
        <pc:chgData name="Marino, Michele" userId="1ebd79fc-40dd-4ce4-a515-3032d8891950" providerId="ADAL" clId="{3412B5E1-633C-4355-88E6-50A3D16A1C62}" dt="2026-03-25T13:57:07.431" v="1218" actId="14100"/>
        <pc:sldMkLst>
          <pc:docMk/>
          <pc:sldMk cId="0" sldId="305"/>
        </pc:sldMkLst>
        <pc:spChg chg="mod">
          <ac:chgData name="Marino, Michele" userId="1ebd79fc-40dd-4ce4-a515-3032d8891950" providerId="ADAL" clId="{3412B5E1-633C-4355-88E6-50A3D16A1C62}" dt="2026-03-25T13:57:07.431" v="1218" actId="14100"/>
          <ac:spMkLst>
            <pc:docMk/>
            <pc:sldMk cId="0" sldId="305"/>
            <ac:spMk id="3" creationId="{25604D70-D521-38D9-CC4B-A893EC0A0F16}"/>
          </ac:spMkLst>
        </pc:spChg>
        <pc:spChg chg="add del mod">
          <ac:chgData name="Marino, Michele" userId="1ebd79fc-40dd-4ce4-a515-3032d8891950" providerId="ADAL" clId="{3412B5E1-633C-4355-88E6-50A3D16A1C62}" dt="2026-03-25T13:47:42.108" v="1170" actId="478"/>
          <ac:spMkLst>
            <pc:docMk/>
            <pc:sldMk cId="0" sldId="305"/>
            <ac:spMk id="6" creationId="{EF85742C-3475-C09A-E622-C4BF5FC79400}"/>
          </ac:spMkLst>
        </pc:spChg>
        <pc:spChg chg="mod">
          <ac:chgData name="Marino, Michele" userId="1ebd79fc-40dd-4ce4-a515-3032d8891950" providerId="ADAL" clId="{3412B5E1-633C-4355-88E6-50A3D16A1C62}" dt="2026-03-25T13:56:04.801" v="1214" actId="207"/>
          <ac:spMkLst>
            <pc:docMk/>
            <pc:sldMk cId="0" sldId="305"/>
            <ac:spMk id="7" creationId="{68E11F84-087C-17D3-1433-5698C1D8AFCF}"/>
          </ac:spMkLst>
        </pc:spChg>
        <pc:spChg chg="add del mod">
          <ac:chgData name="Marino, Michele" userId="1ebd79fc-40dd-4ce4-a515-3032d8891950" providerId="ADAL" clId="{3412B5E1-633C-4355-88E6-50A3D16A1C62}" dt="2026-03-25T13:48:29.198" v="1174" actId="478"/>
          <ac:spMkLst>
            <pc:docMk/>
            <pc:sldMk cId="0" sldId="305"/>
            <ac:spMk id="8" creationId="{7B7C3B86-D6E1-1F1D-6160-9DA7E2175F10}"/>
          </ac:spMkLst>
        </pc:spChg>
        <pc:spChg chg="add del mod">
          <ac:chgData name="Marino, Michele" userId="1ebd79fc-40dd-4ce4-a515-3032d8891950" providerId="ADAL" clId="{3412B5E1-633C-4355-88E6-50A3D16A1C62}" dt="2026-03-25T13:48:45.284" v="1177" actId="478"/>
          <ac:spMkLst>
            <pc:docMk/>
            <pc:sldMk cId="0" sldId="305"/>
            <ac:spMk id="9" creationId="{323F4A86-8537-DBA8-799C-E159B885C5C0}"/>
          </ac:spMkLst>
        </pc:spChg>
        <pc:graphicFrameChg chg="mod modGraphic">
          <ac:chgData name="Marino, Michele" userId="1ebd79fc-40dd-4ce4-a515-3032d8891950" providerId="ADAL" clId="{3412B5E1-633C-4355-88E6-50A3D16A1C62}" dt="2026-03-25T13:54:15.318" v="1211" actId="207"/>
          <ac:graphicFrameMkLst>
            <pc:docMk/>
            <pc:sldMk cId="0" sldId="305"/>
            <ac:graphicFrameMk id="16" creationId="{00000000-0000-0000-0000-000000000000}"/>
          </ac:graphicFrameMkLst>
        </pc:graphicFrameChg>
        <pc:picChg chg="add del mod">
          <ac:chgData name="Marino, Michele" userId="1ebd79fc-40dd-4ce4-a515-3032d8891950" providerId="ADAL" clId="{3412B5E1-633C-4355-88E6-50A3D16A1C62}" dt="2026-03-25T13:46:18.059" v="1164" actId="478"/>
          <ac:picMkLst>
            <pc:docMk/>
            <pc:sldMk cId="0" sldId="305"/>
            <ac:picMk id="4" creationId="{8ACBFA12-44C6-21E6-19C7-C8F8FBBF5DF2}"/>
          </ac:picMkLst>
        </pc:picChg>
      </pc:sldChg>
      <pc:sldChg chg="addSp delSp modSp mod">
        <pc:chgData name="Marino, Michele" userId="1ebd79fc-40dd-4ce4-a515-3032d8891950" providerId="ADAL" clId="{3412B5E1-633C-4355-88E6-50A3D16A1C62}" dt="2026-03-25T13:58:59.389" v="1233" actId="21"/>
        <pc:sldMkLst>
          <pc:docMk/>
          <pc:sldMk cId="0" sldId="306"/>
        </pc:sldMkLst>
        <pc:spChg chg="mod">
          <ac:chgData name="Marino, Michele" userId="1ebd79fc-40dd-4ce4-a515-3032d8891950" providerId="ADAL" clId="{3412B5E1-633C-4355-88E6-50A3D16A1C62}" dt="2026-03-25T13:57:31.724" v="1223" actId="108"/>
          <ac:spMkLst>
            <pc:docMk/>
            <pc:sldMk cId="0" sldId="306"/>
            <ac:spMk id="2" creationId="{CE351DCF-EDDC-457D-3069-29477A9282A1}"/>
          </ac:spMkLst>
        </pc:spChg>
        <pc:spChg chg="mod">
          <ac:chgData name="Marino, Michele" userId="1ebd79fc-40dd-4ce4-a515-3032d8891950" providerId="ADAL" clId="{3412B5E1-633C-4355-88E6-50A3D16A1C62}" dt="2026-03-25T13:36:07.128" v="13" actId="27636"/>
          <ac:spMkLst>
            <pc:docMk/>
            <pc:sldMk cId="0" sldId="306"/>
            <ac:spMk id="3" creationId="{4A5ADDED-B813-A29E-4106-9CC2E1C3E5AE}"/>
          </ac:spMkLst>
        </pc:spChg>
        <pc:spChg chg="mod">
          <ac:chgData name="Marino, Michele" userId="1ebd79fc-40dd-4ce4-a515-3032d8891950" providerId="ADAL" clId="{3412B5E1-633C-4355-88E6-50A3D16A1C62}" dt="2026-03-25T13:57:30.954" v="1222" actId="108"/>
          <ac:spMkLst>
            <pc:docMk/>
            <pc:sldMk cId="0" sldId="306"/>
            <ac:spMk id="4" creationId="{DDDA4AE9-B793-B2B1-E795-DF14C5DAD5A6}"/>
          </ac:spMkLst>
        </pc:spChg>
        <pc:spChg chg="add del mod">
          <ac:chgData name="Marino, Michele" userId="1ebd79fc-40dd-4ce4-a515-3032d8891950" providerId="ADAL" clId="{3412B5E1-633C-4355-88E6-50A3D16A1C62}" dt="2026-03-25T13:57:33.602" v="1224" actId="478"/>
          <ac:spMkLst>
            <pc:docMk/>
            <pc:sldMk cId="0" sldId="306"/>
            <ac:spMk id="6" creationId="{9A3F0D62-F508-98FE-4E9F-9635F8A162F3}"/>
          </ac:spMkLst>
        </pc:spChg>
        <pc:spChg chg="mod">
          <ac:chgData name="Marino, Michele" userId="1ebd79fc-40dd-4ce4-a515-3032d8891950" providerId="ADAL" clId="{3412B5E1-633C-4355-88E6-50A3D16A1C62}" dt="2026-03-25T13:57:25.026" v="1221" actId="207"/>
          <ac:spMkLst>
            <pc:docMk/>
            <pc:sldMk cId="0" sldId="306"/>
            <ac:spMk id="8" creationId="{0F6BD292-E507-6159-7AB5-96BFD7D80BC4}"/>
          </ac:spMkLst>
        </pc:spChg>
        <pc:picChg chg="add del mod">
          <ac:chgData name="Marino, Michele" userId="1ebd79fc-40dd-4ce4-a515-3032d8891950" providerId="ADAL" clId="{3412B5E1-633C-4355-88E6-50A3D16A1C62}" dt="2026-03-25T13:58:59.389" v="1233" actId="21"/>
          <ac:picMkLst>
            <pc:docMk/>
            <pc:sldMk cId="0" sldId="306"/>
            <ac:picMk id="7" creationId="{81E20FAD-9C81-B4AD-ABD3-7A9B88DB4EC5}"/>
          </ac:picMkLst>
        </pc:picChg>
        <pc:picChg chg="mod">
          <ac:chgData name="Marino, Michele" userId="1ebd79fc-40dd-4ce4-a515-3032d8891950" providerId="ADAL" clId="{3412B5E1-633C-4355-88E6-50A3D16A1C62}" dt="2026-03-25T13:58:45.388" v="1231"/>
          <ac:picMkLst>
            <pc:docMk/>
            <pc:sldMk cId="0" sldId="306"/>
            <ac:picMk id="13" creationId="{00000000-0000-0000-0000-000000000000}"/>
          </ac:picMkLst>
        </pc:picChg>
        <pc:picChg chg="mod">
          <ac:chgData name="Marino, Michele" userId="1ebd79fc-40dd-4ce4-a515-3032d8891950" providerId="ADAL" clId="{3412B5E1-633C-4355-88E6-50A3D16A1C62}" dt="2026-03-25T13:58:50.079" v="1232" actId="108"/>
          <ac:picMkLst>
            <pc:docMk/>
            <pc:sldMk cId="0" sldId="306"/>
            <ac:picMk id="14" creationId="{00000000-0000-0000-0000-000000000000}"/>
          </ac:picMkLst>
        </pc:picChg>
      </pc:sldChg>
      <pc:sldChg chg="addSp delSp modSp mod">
        <pc:chgData name="Marino, Michele" userId="1ebd79fc-40dd-4ce4-a515-3032d8891950" providerId="ADAL" clId="{3412B5E1-633C-4355-88E6-50A3D16A1C62}" dt="2026-03-25T14:03:28.278" v="1273"/>
        <pc:sldMkLst>
          <pc:docMk/>
          <pc:sldMk cId="0" sldId="311"/>
        </pc:sldMkLst>
        <pc:spChg chg="mod">
          <ac:chgData name="Marino, Michele" userId="1ebd79fc-40dd-4ce4-a515-3032d8891950" providerId="ADAL" clId="{3412B5E1-633C-4355-88E6-50A3D16A1C62}" dt="2026-03-25T13:36:07.160" v="18" actId="27636"/>
          <ac:spMkLst>
            <pc:docMk/>
            <pc:sldMk cId="0" sldId="311"/>
            <ac:spMk id="9" creationId="{0D67E543-44ED-8F54-DE16-C8EFFCA8B2A9}"/>
          </ac:spMkLst>
        </pc:spChg>
        <pc:spChg chg="mod topLvl">
          <ac:chgData name="Marino, Michele" userId="1ebd79fc-40dd-4ce4-a515-3032d8891950" providerId="ADAL" clId="{3412B5E1-633C-4355-88E6-50A3D16A1C62}" dt="2026-03-25T14:02:03.386" v="1261" actId="165"/>
          <ac:spMkLst>
            <pc:docMk/>
            <pc:sldMk cId="0" sldId="311"/>
            <ac:spMk id="16" creationId="{AB72498D-9247-2165-8DE5-7791A996BCFF}"/>
          </ac:spMkLst>
        </pc:spChg>
        <pc:spChg chg="mod topLvl">
          <ac:chgData name="Marino, Michele" userId="1ebd79fc-40dd-4ce4-a515-3032d8891950" providerId="ADAL" clId="{3412B5E1-633C-4355-88E6-50A3D16A1C62}" dt="2026-03-25T14:02:23.521" v="1263" actId="207"/>
          <ac:spMkLst>
            <pc:docMk/>
            <pc:sldMk cId="0" sldId="311"/>
            <ac:spMk id="18" creationId="{453E05BC-E5C9-7C09-E984-6068B3EDD77E}"/>
          </ac:spMkLst>
        </pc:spChg>
        <pc:spChg chg="mod">
          <ac:chgData name="Marino, Michele" userId="1ebd79fc-40dd-4ce4-a515-3032d8891950" providerId="ADAL" clId="{3412B5E1-633C-4355-88E6-50A3D16A1C62}" dt="2026-03-25T14:02:26.475" v="1264" actId="207"/>
          <ac:spMkLst>
            <pc:docMk/>
            <pc:sldMk cId="0" sldId="311"/>
            <ac:spMk id="20" creationId="{F26E02C2-4935-4BB8-98DB-A8AEBB2BFE4F}"/>
          </ac:spMkLst>
        </pc:spChg>
        <pc:spChg chg="mod">
          <ac:chgData name="Marino, Michele" userId="1ebd79fc-40dd-4ce4-a515-3032d8891950" providerId="ADAL" clId="{3412B5E1-633C-4355-88E6-50A3D16A1C62}" dt="2026-03-25T14:02:28.589" v="1265" actId="207"/>
          <ac:spMkLst>
            <pc:docMk/>
            <pc:sldMk cId="0" sldId="311"/>
            <ac:spMk id="22" creationId="{E00B3816-0E28-A499-9148-57A309CA9509}"/>
          </ac:spMkLst>
        </pc:spChg>
        <pc:spChg chg="mod">
          <ac:chgData name="Marino, Michele" userId="1ebd79fc-40dd-4ce4-a515-3032d8891950" providerId="ADAL" clId="{3412B5E1-633C-4355-88E6-50A3D16A1C62}" dt="2026-03-25T14:01:58.496" v="1259" actId="1076"/>
          <ac:spMkLst>
            <pc:docMk/>
            <pc:sldMk cId="0" sldId="311"/>
            <ac:spMk id="47" creationId="{CF8DF0C5-65E8-2897-7E56-36142439A92E}"/>
          </ac:spMkLst>
        </pc:spChg>
        <pc:spChg chg="mod">
          <ac:chgData name="Marino, Michele" userId="1ebd79fc-40dd-4ce4-a515-3032d8891950" providerId="ADAL" clId="{3412B5E1-633C-4355-88E6-50A3D16A1C62}" dt="2026-03-25T13:36:07.144" v="16" actId="27636"/>
          <ac:spMkLst>
            <pc:docMk/>
            <pc:sldMk cId="0" sldId="311"/>
            <ac:spMk id="53" creationId="{0AEA3A7E-D800-15FE-6BC2-07DA9459DB76}"/>
          </ac:spMkLst>
        </pc:spChg>
        <pc:spChg chg="mod">
          <ac:chgData name="Marino, Michele" userId="1ebd79fc-40dd-4ce4-a515-3032d8891950" providerId="ADAL" clId="{3412B5E1-633C-4355-88E6-50A3D16A1C62}" dt="2026-03-25T13:36:07.144" v="15" actId="27636"/>
          <ac:spMkLst>
            <pc:docMk/>
            <pc:sldMk cId="0" sldId="311"/>
            <ac:spMk id="55" creationId="{E4D8D738-12B7-4B25-AC5C-55C75886C310}"/>
          </ac:spMkLst>
        </pc:spChg>
        <pc:spChg chg="mod">
          <ac:chgData name="Marino, Michele" userId="1ebd79fc-40dd-4ce4-a515-3032d8891950" providerId="ADAL" clId="{3412B5E1-633C-4355-88E6-50A3D16A1C62}" dt="2026-03-25T13:36:07.144" v="14" actId="27636"/>
          <ac:spMkLst>
            <pc:docMk/>
            <pc:sldMk cId="0" sldId="311"/>
            <ac:spMk id="57" creationId="{8290DAED-8C7B-9A5E-650B-6EC80235E2F3}"/>
          </ac:spMkLst>
        </pc:spChg>
        <pc:spChg chg="mod">
          <ac:chgData name="Marino, Michele" userId="1ebd79fc-40dd-4ce4-a515-3032d8891950" providerId="ADAL" clId="{3412B5E1-633C-4355-88E6-50A3D16A1C62}" dt="2026-03-25T13:36:07.144" v="17" actId="27636"/>
          <ac:spMkLst>
            <pc:docMk/>
            <pc:sldMk cId="0" sldId="311"/>
            <ac:spMk id="65" creationId="{378C797B-967B-C529-7D77-7D37D15BF3A6}"/>
          </ac:spMkLst>
        </pc:spChg>
        <pc:grpChg chg="add del mod">
          <ac:chgData name="Marino, Michele" userId="1ebd79fc-40dd-4ce4-a515-3032d8891950" providerId="ADAL" clId="{3412B5E1-633C-4355-88E6-50A3D16A1C62}" dt="2026-03-25T14:02:03.386" v="1261" actId="165"/>
          <ac:grpSpMkLst>
            <pc:docMk/>
            <pc:sldMk cId="0" sldId="311"/>
            <ac:grpSpMk id="4" creationId="{C98A5242-9079-0999-BF42-A47EE10818CB}"/>
          </ac:grpSpMkLst>
        </pc:grpChg>
        <pc:grpChg chg="add del mod">
          <ac:chgData name="Marino, Michele" userId="1ebd79fc-40dd-4ce4-a515-3032d8891950" providerId="ADAL" clId="{3412B5E1-633C-4355-88E6-50A3D16A1C62}" dt="2026-03-25T14:02:04.988" v="1262" actId="165"/>
          <ac:grpSpMkLst>
            <pc:docMk/>
            <pc:sldMk cId="0" sldId="311"/>
            <ac:grpSpMk id="5" creationId="{C3F7B341-FFC4-F84B-D4A0-CF0F4BF3685D}"/>
          </ac:grpSpMkLst>
        </pc:grpChg>
        <pc:picChg chg="add del mod">
          <ac:chgData name="Marino, Michele" userId="1ebd79fc-40dd-4ce4-a515-3032d8891950" providerId="ADAL" clId="{3412B5E1-633C-4355-88E6-50A3D16A1C62}" dt="2026-03-25T14:01:24.617" v="1250" actId="478"/>
          <ac:picMkLst>
            <pc:docMk/>
            <pc:sldMk cId="0" sldId="311"/>
            <ac:picMk id="7" creationId="{81E20FAD-9C81-B4AD-ABD3-7A9B88DB4EC5}"/>
          </ac:picMkLst>
        </pc:picChg>
        <pc:picChg chg="mod topLvl">
          <ac:chgData name="Marino, Michele" userId="1ebd79fc-40dd-4ce4-a515-3032d8891950" providerId="ADAL" clId="{3412B5E1-633C-4355-88E6-50A3D16A1C62}" dt="2026-03-25T14:02:03.386" v="1261" actId="165"/>
          <ac:picMkLst>
            <pc:docMk/>
            <pc:sldMk cId="0" sldId="311"/>
            <ac:picMk id="66" creationId="{00000000-0000-0000-0000-000000000000}"/>
          </ac:picMkLst>
        </pc:picChg>
        <pc:picChg chg="mod">
          <ac:chgData name="Marino, Michele" userId="1ebd79fc-40dd-4ce4-a515-3032d8891950" providerId="ADAL" clId="{3412B5E1-633C-4355-88E6-50A3D16A1C62}" dt="2026-03-25T14:03:23.701" v="1272"/>
          <ac:picMkLst>
            <pc:docMk/>
            <pc:sldMk cId="0" sldId="311"/>
            <ac:picMk id="67" creationId="{00000000-0000-0000-0000-000000000000}"/>
          </ac:picMkLst>
        </pc:picChg>
        <pc:picChg chg="mod topLvl">
          <ac:chgData name="Marino, Michele" userId="1ebd79fc-40dd-4ce4-a515-3032d8891950" providerId="ADAL" clId="{3412B5E1-633C-4355-88E6-50A3D16A1C62}" dt="2026-03-25T14:03:15.286" v="1271"/>
          <ac:picMkLst>
            <pc:docMk/>
            <pc:sldMk cId="0" sldId="311"/>
            <ac:picMk id="68" creationId="{00000000-0000-0000-0000-000000000000}"/>
          </ac:picMkLst>
        </pc:picChg>
        <pc:picChg chg="mod">
          <ac:chgData name="Marino, Michele" userId="1ebd79fc-40dd-4ce4-a515-3032d8891950" providerId="ADAL" clId="{3412B5E1-633C-4355-88E6-50A3D16A1C62}" dt="2026-03-25T14:03:28.278" v="1273"/>
          <ac:picMkLst>
            <pc:docMk/>
            <pc:sldMk cId="0" sldId="311"/>
            <ac:picMk id="69" creationId="{00000000-0000-0000-0000-000000000000}"/>
          </ac:picMkLst>
        </pc:picChg>
      </pc:sldChg>
      <pc:sldChg chg="delSp modSp mod">
        <pc:chgData name="Marino, Michele" userId="1ebd79fc-40dd-4ce4-a515-3032d8891950" providerId="ADAL" clId="{3412B5E1-633C-4355-88E6-50A3D16A1C62}" dt="2026-03-25T14:03:41.075" v="1275" actId="478"/>
        <pc:sldMkLst>
          <pc:docMk/>
          <pc:sldMk cId="0" sldId="337"/>
        </pc:sldMkLst>
        <pc:spChg chg="mod">
          <ac:chgData name="Marino, Michele" userId="1ebd79fc-40dd-4ce4-a515-3032d8891950" providerId="ADAL" clId="{3412B5E1-633C-4355-88E6-50A3D16A1C62}" dt="2026-03-25T14:03:39.625" v="1274" actId="207"/>
          <ac:spMkLst>
            <pc:docMk/>
            <pc:sldMk cId="0" sldId="337"/>
            <ac:spMk id="2" creationId="{5750C0AA-ED8C-B086-D7C2-31E5BD8F1AFB}"/>
          </ac:spMkLst>
        </pc:spChg>
        <pc:spChg chg="del">
          <ac:chgData name="Marino, Michele" userId="1ebd79fc-40dd-4ce4-a515-3032d8891950" providerId="ADAL" clId="{3412B5E1-633C-4355-88E6-50A3D16A1C62}" dt="2026-03-25T14:03:41.075" v="1275" actId="478"/>
          <ac:spMkLst>
            <pc:docMk/>
            <pc:sldMk cId="0" sldId="337"/>
            <ac:spMk id="4" creationId="{C04F1D71-E6B7-59B4-12F1-5798FC7EB4ED}"/>
          </ac:spMkLst>
        </pc:spChg>
      </pc:sldChg>
      <pc:sldChg chg="del">
        <pc:chgData name="Marino, Michele" userId="1ebd79fc-40dd-4ce4-a515-3032d8891950" providerId="ADAL" clId="{3412B5E1-633C-4355-88E6-50A3D16A1C62}" dt="2026-03-25T10:31:31.968" v="0" actId="47"/>
        <pc:sldMkLst>
          <pc:docMk/>
          <pc:sldMk cId="0" sldId="339"/>
        </pc:sldMkLst>
      </pc:sldChg>
      <pc:sldMasterChg chg="delSp mod">
        <pc:chgData name="Marino, Michele" userId="1ebd79fc-40dd-4ce4-a515-3032d8891950" providerId="ADAL" clId="{3412B5E1-633C-4355-88E6-50A3D16A1C62}" dt="2026-03-25T10:31:45.705" v="2" actId="478"/>
        <pc:sldMasterMkLst>
          <pc:docMk/>
          <pc:sldMasterMk cId="2293527395" sldId="2147484096"/>
        </pc:sldMasterMkLst>
        <pc:spChg chg="del">
          <ac:chgData name="Marino, Michele" userId="1ebd79fc-40dd-4ce4-a515-3032d8891950" providerId="ADAL" clId="{3412B5E1-633C-4355-88E6-50A3D16A1C62}" dt="2026-03-25T10:31:45.705" v="2" actId="478"/>
          <ac:spMkLst>
            <pc:docMk/>
            <pc:sldMasterMk cId="2293527395" sldId="2147484096"/>
            <ac:spMk id="18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3/25/2026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93615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426826" y="6519673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52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lang="en-US" sz="2400" b="0" kern="1200" noProof="0" dirty="0">
          <a:solidFill>
            <a:schemeClr val="bg1">
              <a:lumMod val="50000"/>
            </a:schemeClr>
          </a:solidFill>
          <a:latin typeface="Aptos" panose="020B0004020202020204" pitchFamily="34" charset="0"/>
          <a:ea typeface="+mn-ea"/>
          <a:cs typeface="Open Sans" panose="020B0606030504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5" orient="horz" pos="4008" userDrawn="1">
          <p15:clr>
            <a:srgbClr val="F26B43"/>
          </p15:clr>
        </p15:guide>
        <p15:guide id="87" orient="horz" pos="4104" userDrawn="1">
          <p15:clr>
            <a:srgbClr val="F26B43"/>
          </p15:clr>
        </p15:guide>
        <p15:guide id="88" orient="horz" pos="1080" userDrawn="1">
          <p15:clr>
            <a:srgbClr val="F26B43"/>
          </p15:clr>
        </p15:guide>
        <p15:guide id="90" pos="3840" userDrawn="1">
          <p15:clr>
            <a:srgbClr val="F26B43"/>
          </p15:clr>
        </p15:guide>
        <p15:guide id="93" pos="3744" userDrawn="1">
          <p15:clr>
            <a:srgbClr val="F26B43"/>
          </p15:clr>
        </p15:guide>
        <p15:guide id="94" pos="7392" userDrawn="1">
          <p15:clr>
            <a:srgbClr val="F26B43"/>
          </p15:clr>
        </p15:guide>
        <p15:guide id="95" pos="3936" userDrawn="1">
          <p15:clr>
            <a:srgbClr val="F26B43"/>
          </p15:clr>
        </p15:guide>
        <p15:guide id="96" orient="horz" pos="216" userDrawn="1">
          <p15:clr>
            <a:srgbClr val="F26B43"/>
          </p15:clr>
        </p15:guide>
        <p15:guide id="97" orient="horz" pos="432" userDrawn="1">
          <p15:clr>
            <a:srgbClr val="F26B43"/>
          </p15:clr>
        </p15:guide>
        <p15:guide id="98" pos="2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 descr="A clear, concise title (under 10 words) that captures the main topic of the deck.">
            <a:extLst>
              <a:ext uri="{FF2B5EF4-FFF2-40B4-BE49-F238E27FC236}">
                <a16:creationId xmlns:a16="http://schemas.microsoft.com/office/drawing/2014/main" id="{0F9BEB70-BE2D-13A3-F755-D09E1E00CA31}"/>
              </a:ext>
            </a:extLst>
          </p:cNvPr>
          <p:cNvSpPr txBox="1">
            <a:spLocks/>
          </p:cNvSpPr>
          <p:nvPr/>
        </p:nvSpPr>
        <p:spPr>
          <a:xfrm>
            <a:off x="475374" y="3223041"/>
            <a:ext cx="3058888" cy="990070"/>
          </a:xfrm>
          <a:prstGeom prst="rect">
            <a:avLst/>
          </a:prstGeom>
        </p:spPr>
        <p:txBody>
          <a:bodyPr anchor="ctr" anchorCtr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4000" dirty="0">
                <a:solidFill>
                  <a:srgbClr val="041E42"/>
                </a:solidFill>
                <a:latin typeface="Aptos"/>
              </a:rPr>
              <a:t>Project Work: Hotel Booking Analysis</a:t>
            </a:r>
            <a:endParaRPr lang="en-US" sz="4000" dirty="0">
              <a:solidFill>
                <a:srgbClr val="041E4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C3D375-F796-B7A9-1C8E-A72BAD54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315" y="1537015"/>
            <a:ext cx="4514850" cy="4362122"/>
          </a:xfrm>
          <a:prstGeom prst="rect">
            <a:avLst/>
          </a:prstGeom>
          <a:ln>
            <a:solidFill>
              <a:srgbClr val="001534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5604D70-D521-38D9-CC4B-A893EC0A0F16}"/>
              </a:ext>
            </a:extLst>
          </p:cNvPr>
          <p:cNvSpPr txBox="1">
            <a:spLocks/>
          </p:cNvSpPr>
          <p:nvPr/>
        </p:nvSpPr>
        <p:spPr>
          <a:xfrm>
            <a:off x="8240486" y="2037142"/>
            <a:ext cx="3778785" cy="4273761"/>
          </a:xfrm>
          <a:prstGeom prst="rect">
            <a:avLst/>
          </a:prstGeom>
          <a:solidFill>
            <a:srgbClr val="DCE8F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Autofit/>
          </a:bodyPr>
          <a:lstStyle>
            <a:defPPr>
              <a:defRPr lang="en-US"/>
            </a:defPPr>
            <a:lvl1pPr algn="ctr">
              <a:lnSpc>
                <a:spcPct val="106000"/>
              </a:lnSpc>
              <a:buFont typeface="Wingdings 2" pitchFamily="18" charset="2"/>
              <a:buNone/>
              <a:defRPr sz="1200">
                <a:solidFill>
                  <a:schemeClr val="accent3">
                    <a:lumMod val="50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None/>
              <a:defRPr lang="en-US" sz="2000" b="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91440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None/>
              <a:defRPr lang="en-US" sz="18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137160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None/>
              <a:defRPr lang="en-US" sz="1600" b="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1828800" indent="0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en-US" sz="1600" b="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228600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Text Placeholder 4" descr="Text content for header box:&#10;&#10;- Must be a SINGLE clear statement between 2-5 words&#10;- Must be complete, clear, and impactful&#10;- Must contain the name of the project or the name of the client&#10;- Must be in uppercase&#10;&#10;&#10;Example: &quot;[NAME OF THE CLIENT], SOLARIA GENAI PLATFORM&quot;">
            <a:extLst>
              <a:ext uri="{FF2B5EF4-FFF2-40B4-BE49-F238E27FC236}">
                <a16:creationId xmlns:a16="http://schemas.microsoft.com/office/drawing/2014/main" id="{1314DC1A-0608-9369-721E-0DD054139573}"/>
              </a:ext>
            </a:extLst>
          </p:cNvPr>
          <p:cNvSpPr txBox="1">
            <a:spLocks/>
          </p:cNvSpPr>
          <p:nvPr/>
        </p:nvSpPr>
        <p:spPr>
          <a:xfrm>
            <a:off x="419100" y="317378"/>
            <a:ext cx="11188700" cy="387291"/>
          </a:xfrm>
          <a:prstGeom prst="rect">
            <a:avLst/>
          </a:prstGeom>
          <a:ln/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latin typeface="Aptos"/>
              </a:rPr>
              <a:t>PROGETTO ANALISI DATI ALBERGHIERI</a:t>
            </a:r>
          </a:p>
        </p:txBody>
      </p:sp>
      <p:sp>
        <p:nvSpPr>
          <p:cNvPr id="5" name="TextBox 4" descr="Engaging introduction content with a structure useful to introduce the content of the slide. Here is it possible to use Bold Text to make the intoduction effective.&#10;&#10;Requirements for the content:&#10;        - Important concepts must be in **bold** markdown format&#10;        - Maximum 50 words">
            <a:extLst>
              <a:ext uri="{FF2B5EF4-FFF2-40B4-BE49-F238E27FC236}">
                <a16:creationId xmlns:a16="http://schemas.microsoft.com/office/drawing/2014/main" id="{4A2C849E-E3AB-55CD-8711-94E0DEBD3336}"/>
              </a:ext>
            </a:extLst>
          </p:cNvPr>
          <p:cNvSpPr txBox="1"/>
          <p:nvPr/>
        </p:nvSpPr>
        <p:spPr>
          <a:xfrm>
            <a:off x="350100" y="1142583"/>
            <a:ext cx="11257700" cy="66306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400">
                <a:latin typeface="Aptos"/>
              </a:rPr>
              <a:t>Questa diapositiva introduce il set di dati utilizzato per l'analisi. Esploreremo le informazioni transazionali sulle prenotazioni, che costituiscono la base per ricavare </a:t>
            </a:r>
            <a:r>
              <a:rPr sz="1400" b="1">
                <a:latin typeface="Aptos"/>
              </a:rPr>
              <a:t>informazioni strategiche</a:t>
            </a:r>
            <a:r>
              <a:rPr sz="1400">
                <a:latin typeface="Aptos"/>
              </a:rPr>
              <a:t> e comprendere le tendenze del settore alberghiero.</a:t>
            </a:r>
            <a:endParaRPr lang="it-IT" sz="140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itle 3" descr="A clear, concise title that captures the main topic of the slide. Keep it under 10 words.">
            <a:extLst>
              <a:ext uri="{FF2B5EF4-FFF2-40B4-BE49-F238E27FC236}">
                <a16:creationId xmlns:a16="http://schemas.microsoft.com/office/drawing/2014/main" id="{EA1A0836-A53E-C152-A59D-E9C993FC07C8}"/>
              </a:ext>
            </a:extLst>
          </p:cNvPr>
          <p:cNvSpPr txBox="1">
            <a:spLocks/>
          </p:cNvSpPr>
          <p:nvPr/>
        </p:nvSpPr>
        <p:spPr>
          <a:xfrm>
            <a:off x="419100" y="711322"/>
            <a:ext cx="11102386" cy="383026"/>
          </a:xfrm>
          <a:prstGeom prst="rect">
            <a:avLst/>
          </a:prstGeom>
          <a:ln/>
        </p:spPr>
        <p:txBody>
          <a:bodyPr vert="horz" wrap="none" lIns="0" tIns="0" rIns="0" bIns="0" rtlCol="0" anchor="t" anchorCtr="0">
            <a:normAutofit/>
          </a:bodyPr>
          <a:lstStyle>
            <a:lvl1pPr>
              <a:spcBef>
                <a:spcPct val="0"/>
              </a:spcBef>
              <a:buNone/>
              <a:defRPr sz="2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2400">
                <a:latin typeface="Aptos"/>
              </a:rPr>
              <a:t>Il dataset: informazioni sulle prenotazioni alberghiere</a:t>
            </a:r>
          </a:p>
        </p:txBody>
      </p:sp>
      <p:sp>
        <p:nvSpPr>
          <p:cNvPr id="7" name="object 6" descr="Text content for first section:&#10;        must contain table context and explanation:&#10;        - Must be a paragraph between 100-120 words&#10;        - Must highlight key concepts in **bold** (2-3 terms maximum)&#10;        - Must be complete, clear, and impactful&#10;        - Can use list or bullet points to be more concise&#10;        - The goal is to explain the table, higlight key points of the table, or add some relevant information">
            <a:extLst>
              <a:ext uri="{FF2B5EF4-FFF2-40B4-BE49-F238E27FC236}">
                <a16:creationId xmlns:a16="http://schemas.microsoft.com/office/drawing/2014/main" id="{68E11F84-087C-17D3-1433-5698C1D8AFCF}"/>
              </a:ext>
            </a:extLst>
          </p:cNvPr>
          <p:cNvSpPr txBox="1"/>
          <p:nvPr/>
        </p:nvSpPr>
        <p:spPr>
          <a:xfrm>
            <a:off x="8383705" y="2243566"/>
            <a:ext cx="3635566" cy="4179004"/>
          </a:xfrm>
          <a:prstGeom prst="rect">
            <a:avLst/>
          </a:prstGeom>
        </p:spPr>
        <p:txBody>
          <a:bodyPr vert="horz" wrap="square" lIns="0" tIns="6919" rIns="0" bIns="0" rtlCol="0" anchor="t">
            <a:normAutofit/>
          </a:bodyPr>
          <a:lstStyle/>
          <a:p>
            <a:r>
              <a:rPr sz="1400" dirty="0">
                <a:solidFill>
                  <a:srgbClr val="0B2545"/>
                </a:solidFill>
                <a:latin typeface="Aptos"/>
              </a:rPr>
              <a:t>Il dataset al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centro</a:t>
            </a:r>
            <a:r>
              <a:rPr sz="1400" dirty="0">
                <a:solidFill>
                  <a:srgbClr val="0B2545"/>
                </a:solidFill>
                <a:latin typeface="Aptos"/>
              </a:rPr>
              <a:t> di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questa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analisi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contiene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informazioni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transazionali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dettagliate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sulle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prenotazioni</a:t>
            </a:r>
            <a:r>
              <a:rPr sz="1400" dirty="0">
                <a:solidFill>
                  <a:srgbClr val="0B2545"/>
                </a:solidFill>
                <a:latin typeface="Aptos"/>
              </a:rPr>
              <a:t> per due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tipologie</a:t>
            </a:r>
            <a:r>
              <a:rPr sz="1400" dirty="0">
                <a:solidFill>
                  <a:srgbClr val="0B2545"/>
                </a:solidFill>
                <a:latin typeface="Aptos"/>
              </a:rPr>
              <a:t> di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strutture</a:t>
            </a:r>
            <a:r>
              <a:rPr sz="1400" dirty="0">
                <a:solidFill>
                  <a:srgbClr val="0B2545"/>
                </a:solidFill>
                <a:latin typeface="Aptos"/>
              </a:rPr>
              <a:t>: un </a:t>
            </a:r>
            <a:r>
              <a:rPr sz="1400" b="1" dirty="0">
                <a:solidFill>
                  <a:srgbClr val="0B2545"/>
                </a:solidFill>
                <a:latin typeface="Aptos"/>
              </a:rPr>
              <a:t>hotel di </a:t>
            </a:r>
            <a:r>
              <a:rPr sz="1400" b="1" dirty="0" err="1">
                <a:solidFill>
                  <a:srgbClr val="0B2545"/>
                </a:solidFill>
                <a:latin typeface="Aptos"/>
              </a:rPr>
              <a:t>città</a:t>
            </a:r>
            <a:r>
              <a:rPr sz="1400" dirty="0">
                <a:solidFill>
                  <a:srgbClr val="0B2545"/>
                </a:solidFill>
                <a:latin typeface="Aptos"/>
              </a:rPr>
              <a:t> e un </a:t>
            </a:r>
            <a:r>
              <a:rPr sz="1400" b="1" dirty="0">
                <a:solidFill>
                  <a:srgbClr val="0B2545"/>
                </a:solidFill>
                <a:latin typeface="Aptos"/>
              </a:rPr>
              <a:t>resort hotel</a:t>
            </a:r>
            <a:r>
              <a:rPr sz="1400" dirty="0">
                <a:solidFill>
                  <a:srgbClr val="0B2545"/>
                </a:solidFill>
                <a:latin typeface="Aptos"/>
              </a:rPr>
              <a:t>.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Questo</a:t>
            </a:r>
            <a:r>
              <a:rPr sz="1400" dirty="0">
                <a:solidFill>
                  <a:srgbClr val="0B2545"/>
                </a:solidFill>
                <a:latin typeface="Aptos"/>
              </a:rPr>
              <a:t> ci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permette</a:t>
            </a:r>
            <a:r>
              <a:rPr sz="1400" dirty="0">
                <a:solidFill>
                  <a:srgbClr val="0B2545"/>
                </a:solidFill>
                <a:latin typeface="Aptos"/>
              </a:rPr>
              <a:t> di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confrontare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comportamenti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dei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clienti</a:t>
            </a:r>
            <a:r>
              <a:rPr sz="1400" dirty="0">
                <a:solidFill>
                  <a:srgbClr val="0B2545"/>
                </a:solidFill>
                <a:latin typeface="Aptos"/>
              </a:rPr>
              <a:t> e le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dinamiche</a:t>
            </a:r>
            <a:r>
              <a:rPr sz="1400" dirty="0">
                <a:solidFill>
                  <a:srgbClr val="0B2545"/>
                </a:solidFill>
                <a:latin typeface="Aptos"/>
              </a:rPr>
              <a:t> operative in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contesti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diversi</a:t>
            </a:r>
            <a:r>
              <a:rPr sz="1400" dirty="0">
                <a:solidFill>
                  <a:srgbClr val="0B2545"/>
                </a:solidFill>
                <a:latin typeface="Aptos"/>
              </a:rPr>
              <a:t>. I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dati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includono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variabili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cruciali</a:t>
            </a:r>
            <a:r>
              <a:rPr sz="1400" dirty="0">
                <a:solidFill>
                  <a:srgbClr val="0B2545"/>
                </a:solidFill>
                <a:latin typeface="Aptos"/>
              </a:rPr>
              <a:t> come la data di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creazione</a:t>
            </a:r>
            <a:r>
              <a:rPr sz="1400" dirty="0">
                <a:solidFill>
                  <a:srgbClr val="0B2545"/>
                </a:solidFill>
                <a:latin typeface="Aptos"/>
              </a:rPr>
              <a:t> della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prenotazione</a:t>
            </a:r>
            <a:r>
              <a:rPr sz="1400" dirty="0">
                <a:solidFill>
                  <a:srgbClr val="0B2545"/>
                </a:solidFill>
                <a:latin typeface="Aptos"/>
              </a:rPr>
              <a:t>, la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durata</a:t>
            </a:r>
            <a:r>
              <a:rPr sz="1400" dirty="0">
                <a:solidFill>
                  <a:srgbClr val="0B2545"/>
                </a:solidFill>
                <a:latin typeface="Aptos"/>
              </a:rPr>
              <a:t> del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soggiorno</a:t>
            </a:r>
            <a:r>
              <a:rPr sz="1400" dirty="0">
                <a:solidFill>
                  <a:srgbClr val="0B2545"/>
                </a:solidFill>
                <a:latin typeface="Aptos"/>
              </a:rPr>
              <a:t>, il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numero</a:t>
            </a:r>
            <a:r>
              <a:rPr sz="1400" dirty="0">
                <a:solidFill>
                  <a:srgbClr val="0B2545"/>
                </a:solidFill>
                <a:latin typeface="Aptos"/>
              </a:rPr>
              <a:t> di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ospiti</a:t>
            </a:r>
            <a:r>
              <a:rPr sz="1400" dirty="0">
                <a:solidFill>
                  <a:srgbClr val="0B2545"/>
                </a:solidFill>
                <a:latin typeface="Aptos"/>
              </a:rPr>
              <a:t> (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suddivisi</a:t>
            </a:r>
            <a:r>
              <a:rPr sz="1400" dirty="0">
                <a:solidFill>
                  <a:srgbClr val="0B2545"/>
                </a:solidFill>
                <a:latin typeface="Aptos"/>
              </a:rPr>
              <a:t> per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adulti</a:t>
            </a:r>
            <a:r>
              <a:rPr sz="1400" dirty="0">
                <a:solidFill>
                  <a:srgbClr val="0B2545"/>
                </a:solidFill>
                <a:latin typeface="Aptos"/>
              </a:rPr>
              <a:t>, bambini e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neonati</a:t>
            </a:r>
            <a:r>
              <a:rPr sz="1400" dirty="0">
                <a:solidFill>
                  <a:srgbClr val="0B2545"/>
                </a:solidFill>
                <a:latin typeface="Aptos"/>
              </a:rPr>
              <a:t>) e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richieste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speciali</a:t>
            </a:r>
            <a:r>
              <a:rPr sz="1400" dirty="0">
                <a:solidFill>
                  <a:srgbClr val="0B2545"/>
                </a:solidFill>
                <a:latin typeface="Aptos"/>
              </a:rPr>
              <a:t> come la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necessità</a:t>
            </a:r>
            <a:r>
              <a:rPr sz="1400" dirty="0">
                <a:solidFill>
                  <a:srgbClr val="0B2545"/>
                </a:solidFill>
                <a:latin typeface="Aptos"/>
              </a:rPr>
              <a:t> di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posti</a:t>
            </a:r>
            <a:r>
              <a:rPr sz="1400" dirty="0">
                <a:solidFill>
                  <a:srgbClr val="0B2545"/>
                </a:solidFill>
                <a:latin typeface="Aptos"/>
              </a:rPr>
              <a:t> auto.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L'ampio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spettro</a:t>
            </a:r>
            <a:r>
              <a:rPr sz="1400" dirty="0">
                <a:solidFill>
                  <a:srgbClr val="0B2545"/>
                </a:solidFill>
                <a:latin typeface="Aptos"/>
              </a:rPr>
              <a:t> di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variabili</a:t>
            </a:r>
            <a:r>
              <a:rPr sz="1400" dirty="0">
                <a:solidFill>
                  <a:srgbClr val="0B2545"/>
                </a:solidFill>
                <a:latin typeface="Aptos"/>
              </a:rPr>
              <a:t>,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che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copre</a:t>
            </a:r>
            <a:r>
              <a:rPr sz="1400" dirty="0">
                <a:solidFill>
                  <a:srgbClr val="0B2545"/>
                </a:solidFill>
                <a:latin typeface="Aptos"/>
              </a:rPr>
              <a:t> un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periodo</a:t>
            </a:r>
            <a:r>
              <a:rPr sz="1400" dirty="0">
                <a:solidFill>
                  <a:srgbClr val="0B2545"/>
                </a:solidFill>
                <a:latin typeface="Aptos"/>
              </a:rPr>
              <a:t> di tempo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definito</a:t>
            </a:r>
            <a:r>
              <a:rPr sz="1400" dirty="0">
                <a:solidFill>
                  <a:srgbClr val="0B2545"/>
                </a:solidFill>
                <a:latin typeface="Aptos"/>
              </a:rPr>
              <a:t>,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offre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una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solida</a:t>
            </a:r>
            <a:r>
              <a:rPr sz="1400" dirty="0">
                <a:solidFill>
                  <a:srgbClr val="0B2545"/>
                </a:solidFill>
                <a:latin typeface="Aptos"/>
              </a:rPr>
              <a:t> base per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l'analisi</a:t>
            </a:r>
            <a:r>
              <a:rPr sz="1400" dirty="0">
                <a:solidFill>
                  <a:srgbClr val="0B2545"/>
                </a:solidFill>
                <a:latin typeface="Aptos"/>
              </a:rPr>
              <a:t> delle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tendenze</a:t>
            </a:r>
            <a:r>
              <a:rPr sz="1400" dirty="0">
                <a:solidFill>
                  <a:srgbClr val="0B2545"/>
                </a:solidFill>
                <a:latin typeface="Aptos"/>
              </a:rPr>
              <a:t>, lo studio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dei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tassi</a:t>
            </a:r>
            <a:r>
              <a:rPr sz="1400" dirty="0">
                <a:solidFill>
                  <a:srgbClr val="0B2545"/>
                </a:solidFill>
                <a:latin typeface="Aptos"/>
              </a:rPr>
              <a:t> di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cancellazione</a:t>
            </a:r>
            <a:r>
              <a:rPr sz="1400" dirty="0">
                <a:solidFill>
                  <a:srgbClr val="0B2545"/>
                </a:solidFill>
                <a:latin typeface="Aptos"/>
              </a:rPr>
              <a:t> e la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comprensione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dei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dati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demografici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dei</a:t>
            </a:r>
            <a:r>
              <a:rPr sz="1400" dirty="0">
                <a:solidFill>
                  <a:srgbClr val="0B2545"/>
                </a:solidFill>
                <a:latin typeface="Aptos"/>
              </a:rPr>
              <a:t> </a:t>
            </a:r>
            <a:r>
              <a:rPr sz="1400" dirty="0" err="1">
                <a:solidFill>
                  <a:srgbClr val="0B2545"/>
                </a:solidFill>
                <a:latin typeface="Aptos"/>
              </a:rPr>
              <a:t>clienti</a:t>
            </a:r>
            <a:r>
              <a:rPr sz="1400" dirty="0">
                <a:solidFill>
                  <a:srgbClr val="0B2545"/>
                </a:solidFill>
                <a:latin typeface="Aptos"/>
              </a:rPr>
              <a:t>.</a:t>
            </a:r>
            <a:endParaRPr lang="en-US" sz="2000" dirty="0">
              <a:solidFill>
                <a:srgbClr val="0B2545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076361"/>
              </p:ext>
            </p:extLst>
          </p:nvPr>
        </p:nvGraphicFramePr>
        <p:xfrm>
          <a:off x="451960" y="2037143"/>
          <a:ext cx="7489372" cy="427376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44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300" dirty="0"/>
                        <a:t>Colonna </a:t>
                      </a:r>
                      <a:r>
                        <a:rPr sz="1300" dirty="0" err="1"/>
                        <a:t>Chiave</a:t>
                      </a:r>
                      <a:endParaRPr sz="1300" dirty="0">
                        <a:latin typeface="Aptos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300" dirty="0" err="1"/>
                        <a:t>Descrizione</a:t>
                      </a:r>
                      <a:endParaRPr sz="1300" dirty="0">
                        <a:latin typeface="Aptos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hotel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Tipo di hotel (</a:t>
                      </a:r>
                      <a:r>
                        <a:rPr sz="1200" b="1" dirty="0">
                          <a:solidFill>
                            <a:srgbClr val="0B2545"/>
                          </a:solidFill>
                        </a:rPr>
                        <a:t>City Hotel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o </a:t>
                      </a:r>
                      <a:r>
                        <a:rPr sz="1200" b="1" dirty="0">
                          <a:solidFill>
                            <a:srgbClr val="0B2545"/>
                          </a:solidFill>
                        </a:rPr>
                        <a:t>Resort Hotel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)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B2545"/>
                          </a:solidFill>
                        </a:rPr>
                        <a:t>is_canceled</a:t>
                      </a:r>
                      <a:endParaRPr sz="120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Stato della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prenotazione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(1 =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Cancellata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, 0 = Non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cancellata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)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lead_time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Numero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giorni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tra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la data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prenotazione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e la data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arrivo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defRPr/>
                      </a:pPr>
                      <a:r>
                        <a:rPr sz="1200" kern="1200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arrival_date_year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defRPr/>
                      </a:pPr>
                      <a:r>
                        <a:rPr sz="1200" kern="1200" dirty="0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Anno della data di </a:t>
                      </a:r>
                      <a:r>
                        <a:rPr sz="1200" kern="1200" dirty="0" err="1">
                          <a:solidFill>
                            <a:srgbClr val="0B2545"/>
                          </a:solidFill>
                          <a:latin typeface="+mn-lt"/>
                          <a:ea typeface="+mn-ea"/>
                          <a:cs typeface="+mn-cs"/>
                        </a:rPr>
                        <a:t>arrivo</a:t>
                      </a:r>
                      <a:endParaRPr sz="1200" kern="1200" dirty="0">
                        <a:solidFill>
                          <a:srgbClr val="0B254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B2545"/>
                          </a:solidFill>
                        </a:rPr>
                        <a:t>stays_in_weekend_nights</a:t>
                      </a:r>
                      <a:endParaRPr sz="120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Numero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notti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soggiorno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durante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il fine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settimana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B2545"/>
                          </a:solidFill>
                        </a:rPr>
                        <a:t>adults</a:t>
                      </a:r>
                      <a:endParaRPr sz="120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Numero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adulti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B2545"/>
                          </a:solidFill>
                        </a:rPr>
                        <a:t>children</a:t>
                      </a:r>
                      <a:endParaRPr sz="120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Numero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bambini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542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>
                          <a:solidFill>
                            <a:srgbClr val="0B2545"/>
                          </a:solidFill>
                        </a:rPr>
                        <a:t>babies</a:t>
                      </a:r>
                      <a:endParaRPr sz="120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Numero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neonati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54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required_car_parking_spaces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Numero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di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posti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auto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richiesti</a:t>
                      </a:r>
                      <a:r>
                        <a:rPr sz="1200" dirty="0">
                          <a:solidFill>
                            <a:srgbClr val="0B2545"/>
                          </a:solidFill>
                        </a:rPr>
                        <a:t> dal </a:t>
                      </a:r>
                      <a:r>
                        <a:rPr sz="1200" dirty="0" err="1">
                          <a:solidFill>
                            <a:srgbClr val="0B2545"/>
                          </a:solidFill>
                        </a:rPr>
                        <a:t>cliente</a:t>
                      </a:r>
                      <a:endParaRPr sz="1200" dirty="0">
                        <a:solidFill>
                          <a:srgbClr val="0B2545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1">
            <a:extLst>
              <a:ext uri="{FF2B5EF4-FFF2-40B4-BE49-F238E27FC236}">
                <a16:creationId xmlns:a16="http://schemas.microsoft.com/office/drawing/2014/main" id="{DDDA4AE9-B793-B2B1-E795-DF14C5DAD5A6}"/>
              </a:ext>
            </a:extLst>
          </p:cNvPr>
          <p:cNvSpPr/>
          <p:nvPr/>
        </p:nvSpPr>
        <p:spPr>
          <a:xfrm>
            <a:off x="4330384" y="2137830"/>
            <a:ext cx="2688222" cy="4034370"/>
          </a:xfrm>
          <a:prstGeom prst="rect">
            <a:avLst/>
          </a:prstGeom>
          <a:solidFill>
            <a:srgbClr val="DCE8F5"/>
          </a:solidFill>
          <a:ln w="25400" cap="flat" cmpd="sng" algn="ctr">
            <a:noFill/>
            <a:prstDash val="solid"/>
          </a:ln>
          <a:effectLst/>
        </p:spPr>
        <p:txBody>
          <a:bodyPr lIns="91440" tIns="91440" rIns="91440" bIns="91440" rtlCol="0" anchor="ctr"/>
          <a:lstStyle/>
          <a:p>
            <a:endParaRPr lang="it-IT" sz="1000" b="1" kern="0">
              <a:solidFill>
                <a:srgbClr val="1C3D26"/>
              </a:solidFill>
              <a:latin typeface="Aptos"/>
            </a:endParaRPr>
          </a:p>
        </p:txBody>
      </p:sp>
      <p:sp>
        <p:nvSpPr>
          <p:cNvPr id="8" name="Rettangolo 1">
            <a:extLst>
              <a:ext uri="{FF2B5EF4-FFF2-40B4-BE49-F238E27FC236}">
                <a16:creationId xmlns:a16="http://schemas.microsoft.com/office/drawing/2014/main" id="{0F6BD292-E507-6159-7AB5-96BFD7D80BC4}"/>
              </a:ext>
            </a:extLst>
          </p:cNvPr>
          <p:cNvSpPr/>
          <p:nvPr/>
        </p:nvSpPr>
        <p:spPr>
          <a:xfrm>
            <a:off x="419100" y="2137830"/>
            <a:ext cx="2688222" cy="4034370"/>
          </a:xfrm>
          <a:prstGeom prst="rect">
            <a:avLst/>
          </a:prstGeom>
          <a:solidFill>
            <a:srgbClr val="DCE8F5"/>
          </a:solidFill>
          <a:ln w="25400" cap="flat" cmpd="sng" algn="ctr">
            <a:noFill/>
            <a:prstDash val="solid"/>
          </a:ln>
          <a:effectLst/>
        </p:spPr>
        <p:txBody>
          <a:bodyPr lIns="91440" tIns="91440" rIns="9144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000" b="1" i="0" u="none" strike="noStrike" kern="0" cap="none" spc="0" normalizeH="0" baseline="0" noProof="0">
              <a:ln>
                <a:noFill/>
              </a:ln>
              <a:solidFill>
                <a:srgbClr val="1C3D26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object 6" descr="Text content for first box:&#10;        - Must be a SINGLE clear statement between 50-80 words&#10;        - Must highlight key concepts in **bold** (2-3 terms maximum)&#10;        - Must be complete, clear, and impactful&#10;        &#10;        Example: &quot;Implementing **automated workflows** enables streamlined processing of customer requests, reducing manual intervention and improving **operational efficiency** significantly.">
            <a:extLst>
              <a:ext uri="{FF2B5EF4-FFF2-40B4-BE49-F238E27FC236}">
                <a16:creationId xmlns:a16="http://schemas.microsoft.com/office/drawing/2014/main" id="{7BA2C4EE-CB08-2318-C7FA-F3C3BBAD9B5E}"/>
              </a:ext>
            </a:extLst>
          </p:cNvPr>
          <p:cNvSpPr txBox="1"/>
          <p:nvPr/>
        </p:nvSpPr>
        <p:spPr>
          <a:xfrm>
            <a:off x="681251" y="2893656"/>
            <a:ext cx="2173748" cy="3010273"/>
          </a:xfrm>
          <a:prstGeom prst="rect">
            <a:avLst/>
          </a:prstGeom>
        </p:spPr>
        <p:txBody>
          <a:bodyPr vert="horz" wrap="square" lIns="0" tIns="6919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>
                <a:latin typeface="Aptos"/>
              </a:rPr>
              <a:t>Abbiamo affrontato i valori nulli nelle colonne 'children' e 'country'. Per garantire la completezza dei dati, abbiamo ipotizzato che i valori mancanti per i </a:t>
            </a:r>
            <a:r>
              <a:rPr sz="1200" b="1">
                <a:latin typeface="Aptos"/>
              </a:rPr>
              <a:t>bambini</a:t>
            </a:r>
            <a:r>
              <a:rPr sz="1200">
                <a:latin typeface="Aptos"/>
              </a:rPr>
              <a:t> fossero pari a zero e abbiamo etichettato i </a:t>
            </a:r>
            <a:r>
              <a:rPr sz="1200" b="1">
                <a:latin typeface="Aptos"/>
              </a:rPr>
              <a:t>paesi</a:t>
            </a:r>
            <a:r>
              <a:rPr sz="1200">
                <a:latin typeface="Aptos"/>
              </a:rPr>
              <a:t> non specificati come 'Sconosciuto'. Questo approccio ha permesso di conservare tutti i record per un'analisi più accurata, evitando la perdita di informazioni preziose e mantenendo l'integrità del dataset per le fasi successive del progetto.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object 9" descr="Title for the first activity:&#10;        - Must be in bold&#10;        - Should be 2 words&#10;        - Must be clear and descriptive ">
            <a:extLst>
              <a:ext uri="{FF2B5EF4-FFF2-40B4-BE49-F238E27FC236}">
                <a16:creationId xmlns:a16="http://schemas.microsoft.com/office/drawing/2014/main" id="{80F888B1-6544-4361-5FF1-C88331889BAE}"/>
              </a:ext>
            </a:extLst>
          </p:cNvPr>
          <p:cNvSpPr txBox="1"/>
          <p:nvPr/>
        </p:nvSpPr>
        <p:spPr>
          <a:xfrm>
            <a:off x="481944" y="2261169"/>
            <a:ext cx="2561749" cy="500205"/>
          </a:xfrm>
          <a:prstGeom prst="rect">
            <a:avLst/>
          </a:prstGeom>
        </p:spPr>
        <p:txBody>
          <a:bodyPr vert="horz" wrap="square" lIns="0" tIns="7687" rIns="0" bIns="0" rtlCol="0" anchor="ctr">
            <a:normAutofit/>
          </a:bodyPr>
          <a:lstStyle/>
          <a:p>
            <a:pPr marL="7686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>
                <a:latin typeface="Aptos"/>
              </a:rPr>
              <a:t>Valori mancanti</a:t>
            </a:r>
          </a:p>
        </p:txBody>
      </p:sp>
      <p:sp>
        <p:nvSpPr>
          <p:cNvPr id="12" name="Text Placeholder 81">
            <a:extLst>
              <a:ext uri="{FF2B5EF4-FFF2-40B4-BE49-F238E27FC236}">
                <a16:creationId xmlns:a16="http://schemas.microsoft.com/office/drawing/2014/main" id="{2B1AC90A-6A0B-6F78-569F-80AC19A5ECA4}"/>
              </a:ext>
            </a:extLst>
          </p:cNvPr>
          <p:cNvSpPr txBox="1">
            <a:spLocks/>
          </p:cNvSpPr>
          <p:nvPr/>
        </p:nvSpPr>
        <p:spPr>
          <a:xfrm>
            <a:off x="4403134" y="3072050"/>
            <a:ext cx="2542722" cy="1085724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spcBef>
                <a:spcPts val="0"/>
              </a:spcBef>
              <a:spcAft>
                <a:spcPts val="750"/>
              </a:spcAft>
              <a:buSzPct val="10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10477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chemeClr val="tx1"/>
                </a:solidFill>
                <a:latin typeface="+mj-lt"/>
                <a:ea typeface="+mn-ea"/>
                <a:cs typeface="Calibri Light" panose="020F0302020204030204" pitchFamily="34" charset="0"/>
              </a:defRPr>
            </a:lvl2pPr>
            <a:lvl3pPr marL="228600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352425" indent="-104775" algn="l" defTabSz="685800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476250" indent="-104775" algn="l" defTabSz="598885" rtl="0" eaLnBrk="1" latinLnBrk="0" hangingPunct="1">
              <a:spcBef>
                <a:spcPts val="0"/>
              </a:spcBef>
              <a:spcAft>
                <a:spcPts val="75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153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261653" y="3519442"/>
            <a:ext cx="914400" cy="914400"/>
          </a:xfrm>
          <a:prstGeom prst="rect">
            <a:avLst/>
          </a:prstGeom>
          <a:ln>
            <a:noFill/>
          </a:ln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153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7172937" y="3519442"/>
            <a:ext cx="914400" cy="914400"/>
          </a:xfrm>
          <a:prstGeom prst="rect">
            <a:avLst/>
          </a:prstGeom>
          <a:ln>
            <a:noFill/>
          </a:ln>
        </p:spPr>
      </p:pic>
      <p:sp>
        <p:nvSpPr>
          <p:cNvPr id="16" name="object 9" descr="Title for the second activity:&#10;        - Must be in bold&#10;        - Should be 2 words&#10;        - Must be clear and descriptive ">
            <a:extLst>
              <a:ext uri="{FF2B5EF4-FFF2-40B4-BE49-F238E27FC236}">
                <a16:creationId xmlns:a16="http://schemas.microsoft.com/office/drawing/2014/main" id="{125D46EF-165E-9C2F-9BA4-EE182DDDC146}"/>
              </a:ext>
            </a:extLst>
          </p:cNvPr>
          <p:cNvSpPr txBox="1"/>
          <p:nvPr/>
        </p:nvSpPr>
        <p:spPr>
          <a:xfrm>
            <a:off x="4369811" y="2261169"/>
            <a:ext cx="2561749" cy="500205"/>
          </a:xfrm>
          <a:prstGeom prst="rect">
            <a:avLst/>
          </a:prstGeom>
        </p:spPr>
        <p:txBody>
          <a:bodyPr vert="horz" wrap="square" lIns="0" tIns="7687" rIns="0" bIns="0" rtlCol="0" anchor="ctr">
            <a:normAutofit/>
          </a:bodyPr>
          <a:lstStyle/>
          <a:p>
            <a:pPr marL="7686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>
                <a:latin typeface="Aptos"/>
              </a:rPr>
              <a:t>Rimozione duplicati</a:t>
            </a:r>
          </a:p>
        </p:txBody>
      </p:sp>
      <p:sp>
        <p:nvSpPr>
          <p:cNvPr id="18" name="object 6" descr="Text content for second box:&#10;        - Must be a SINGLE clear statement between 50-80 words&#10;        - Must highlight key concepts in **bold** (2-3 terms maximum)&#10;        - Must be complete, clear, and impactful&#10;        &#10;        Example: &quot;Implementing **automated workflows** enables streamlined processing of customer requests, reducing manual intervention and improving **operational efficiency** significantly.">
            <a:extLst>
              <a:ext uri="{FF2B5EF4-FFF2-40B4-BE49-F238E27FC236}">
                <a16:creationId xmlns:a16="http://schemas.microsoft.com/office/drawing/2014/main" id="{EC3BE06A-ED07-2320-3B93-0498A00C55B5}"/>
              </a:ext>
            </a:extLst>
          </p:cNvPr>
          <p:cNvSpPr txBox="1"/>
          <p:nvPr/>
        </p:nvSpPr>
        <p:spPr>
          <a:xfrm>
            <a:off x="4582816" y="2893745"/>
            <a:ext cx="2173748" cy="3010638"/>
          </a:xfrm>
          <a:prstGeom prst="rect">
            <a:avLst/>
          </a:prstGeom>
        </p:spPr>
        <p:txBody>
          <a:bodyPr vert="horz" wrap="square" lIns="0" tIns="6919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>
                <a:latin typeface="Aptos"/>
              </a:rPr>
              <a:t>Per assicurare l'integrità dei dati e prevenire risultati distorti, abbiamo identificato e rimosso le righe duplicate. Questi record rappresentavano </a:t>
            </a:r>
            <a:r>
              <a:rPr sz="1200" b="1">
                <a:latin typeface="Aptos"/>
              </a:rPr>
              <a:t>prenotazioni identiche</a:t>
            </a:r>
            <a:r>
              <a:rPr sz="1200">
                <a:latin typeface="Aptos"/>
              </a:rPr>
              <a:t>, la cui presenza avrebbe alterato le statistiche e le conclusioni dell'analisi. Questa operazione di pulizia è stata fondamentale per garantire l'</a:t>
            </a:r>
            <a:r>
              <a:rPr sz="1200" b="1">
                <a:latin typeface="Aptos"/>
              </a:rPr>
              <a:t>affidabilità del dataset</a:t>
            </a:r>
            <a:r>
              <a:rPr sz="1200">
                <a:latin typeface="Aptos"/>
              </a:rPr>
              <a:t>, creando una base solida e veritiera per tutte le successive elaborazioni analitiche e le visualizzazioni dei dati.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Segoe UI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E351DCF-EDDC-457D-3069-29477A9282A1}"/>
              </a:ext>
            </a:extLst>
          </p:cNvPr>
          <p:cNvSpPr/>
          <p:nvPr/>
        </p:nvSpPr>
        <p:spPr>
          <a:xfrm>
            <a:off x="8206251" y="2137830"/>
            <a:ext cx="2688222" cy="4034370"/>
          </a:xfrm>
          <a:prstGeom prst="rect">
            <a:avLst/>
          </a:prstGeom>
          <a:solidFill>
            <a:srgbClr val="DCE8F5"/>
          </a:solidFill>
          <a:ln w="25400" cap="flat" cmpd="sng" algn="ctr">
            <a:noFill/>
            <a:prstDash val="solid"/>
          </a:ln>
          <a:effectLst/>
        </p:spPr>
        <p:txBody>
          <a:bodyPr lIns="91440" tIns="91440" rIns="91440" bIns="91440" rtlCol="0" anchor="ctr"/>
          <a:lstStyle/>
          <a:p>
            <a:endParaRPr lang="it-IT" sz="1000" b="1" kern="0">
              <a:solidFill>
                <a:srgbClr val="1C3D26"/>
              </a:solidFill>
              <a:latin typeface="Aptos"/>
            </a:endParaRPr>
          </a:p>
        </p:txBody>
      </p:sp>
      <p:sp>
        <p:nvSpPr>
          <p:cNvPr id="3" name="object 9" descr="Title for the third activity:&#10;        - Must be in bold&#10;        - Should be 2 words&#10;        - Must be clear and descriptive ">
            <a:extLst>
              <a:ext uri="{FF2B5EF4-FFF2-40B4-BE49-F238E27FC236}">
                <a16:creationId xmlns:a16="http://schemas.microsoft.com/office/drawing/2014/main" id="{4A5ADDED-B813-A29E-4106-9CC2E1C3E5AE}"/>
              </a:ext>
            </a:extLst>
          </p:cNvPr>
          <p:cNvSpPr txBox="1"/>
          <p:nvPr/>
        </p:nvSpPr>
        <p:spPr>
          <a:xfrm>
            <a:off x="8269487" y="2261169"/>
            <a:ext cx="2561749" cy="500205"/>
          </a:xfrm>
          <a:prstGeom prst="rect">
            <a:avLst/>
          </a:prstGeom>
        </p:spPr>
        <p:txBody>
          <a:bodyPr vert="horz" wrap="square" lIns="0" tIns="7687" rIns="0" bIns="0" rtlCol="0" anchor="ctr">
            <a:normAutofit fontScale="92500" lnSpcReduction="20000"/>
          </a:bodyPr>
          <a:lstStyle/>
          <a:p>
            <a:pPr marL="7686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000" b="1">
                <a:latin typeface="Aptos"/>
              </a:rPr>
              <a:t>Standardizzazione formati</a:t>
            </a:r>
          </a:p>
        </p:txBody>
      </p:sp>
      <p:sp>
        <p:nvSpPr>
          <p:cNvPr id="11" name="object 6" descr="Text content for third box:&#10;        - Must be a SINGLE clear statement between 50-80 words&#10;        - Must highlight key concepts in **bold** (2-3 terms maximum)&#10;        - Must be complete, clear, and impactful&#10;        &#10;        Example: &quot;Implementing **automated workflows** enables streamlined processing of customer requests, reducing manual intervention and improving **operational efficiency** significantly.">
            <a:extLst>
              <a:ext uri="{FF2B5EF4-FFF2-40B4-BE49-F238E27FC236}">
                <a16:creationId xmlns:a16="http://schemas.microsoft.com/office/drawing/2014/main" id="{B30FEEEC-7DC1-ED86-820B-BF27B5D68DA2}"/>
              </a:ext>
            </a:extLst>
          </p:cNvPr>
          <p:cNvSpPr txBox="1"/>
          <p:nvPr/>
        </p:nvSpPr>
        <p:spPr>
          <a:xfrm>
            <a:off x="8461822" y="2893745"/>
            <a:ext cx="2173748" cy="3010638"/>
          </a:xfrm>
          <a:prstGeom prst="rect">
            <a:avLst/>
          </a:prstGeom>
        </p:spPr>
        <p:txBody>
          <a:bodyPr vert="horz" wrap="square" lIns="0" tIns="6919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>
                <a:latin typeface="Aptos"/>
              </a:rPr>
              <a:t>Per garantire coerenza e compatibilità, abbiamo standardizzato i formati dei dati. Questo processo ha incluso la conversione delle colonne di </a:t>
            </a:r>
            <a:r>
              <a:rPr sz="1200" b="1">
                <a:latin typeface="Aptos"/>
              </a:rPr>
              <a:t>data</a:t>
            </a:r>
            <a:r>
              <a:rPr sz="1200">
                <a:latin typeface="Aptos"/>
              </a:rPr>
              <a:t> in un formato uniforme e l'armonizzazione delle </a:t>
            </a:r>
            <a:r>
              <a:rPr sz="1200" b="1">
                <a:latin typeface="Aptos"/>
              </a:rPr>
              <a:t>variabili categoriche</a:t>
            </a:r>
            <a:r>
              <a:rPr sz="1200">
                <a:latin typeface="Aptos"/>
              </a:rPr>
              <a:t>, come 'meal' e 'market_segment'. La standardizzazione è cruciale per consentire aggregazioni corrette e confronti affidabili, assicurando che l'analisi si basi su dati omogenei e facilmente interpretabili da tutti gli strumenti utilizzati.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Placeholder 4" descr="Text content for header box:&#10;&#10;- Must be a SINGLE clear statement between 2-5 words&#10;- Must be complete, clear, and impactful&#10;- Must contain the name of the project or the name of the client&#10;- Must be in uppercase&#10;&#10;&#10;Example: &quot;[NAME OF THE CLIENT], SOLARIA GENAI PLATFORM&quot;">
            <a:extLst>
              <a:ext uri="{FF2B5EF4-FFF2-40B4-BE49-F238E27FC236}">
                <a16:creationId xmlns:a16="http://schemas.microsoft.com/office/drawing/2014/main" id="{90096546-94B4-98D2-F37B-40F8F9534E6A}"/>
              </a:ext>
            </a:extLst>
          </p:cNvPr>
          <p:cNvSpPr txBox="1">
            <a:spLocks/>
          </p:cNvSpPr>
          <p:nvPr/>
        </p:nvSpPr>
        <p:spPr>
          <a:xfrm>
            <a:off x="419100" y="317378"/>
            <a:ext cx="11188700" cy="387291"/>
          </a:xfrm>
          <a:prstGeom prst="rect">
            <a:avLst/>
          </a:prstGeom>
          <a:ln/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sz="2400">
                <a:latin typeface="Aptos"/>
              </a:rPr>
              <a:t>ANALISI PRENOTAZIONI HOTEL</a:t>
            </a:r>
          </a:p>
        </p:txBody>
      </p:sp>
      <p:sp>
        <p:nvSpPr>
          <p:cNvPr id="31" name="TextBox 30" descr="Engaging introduction content with a structure useful to introduce the content of the slide. Here is it possible to use Bold Text to make the intoduction effective.&#10;&#10;Requirements for the content:&#10;        - Important concepts must be in **bold** markdown format&#10;        - Maximum 50 words">
            <a:extLst>
              <a:ext uri="{FF2B5EF4-FFF2-40B4-BE49-F238E27FC236}">
                <a16:creationId xmlns:a16="http://schemas.microsoft.com/office/drawing/2014/main" id="{4432B1A2-7160-5E76-5B08-AE2DC754C0EB}"/>
              </a:ext>
            </a:extLst>
          </p:cNvPr>
          <p:cNvSpPr txBox="1"/>
          <p:nvPr/>
        </p:nvSpPr>
        <p:spPr>
          <a:xfrm>
            <a:off x="350100" y="1142583"/>
            <a:ext cx="11188700" cy="72362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>
                <a:latin typeface="Aptos"/>
              </a:rPr>
              <a:t>Un dataset affidabile è il fondamento di ogni analisi di successo. Abbiamo implementato un rigoroso processo di pulizia in </a:t>
            </a:r>
            <a:r>
              <a:rPr sz="1400" b="1">
                <a:latin typeface="Aptos"/>
              </a:rPr>
              <a:t>SQL</a:t>
            </a:r>
            <a:r>
              <a:rPr sz="1400">
                <a:latin typeface="Aptos"/>
              </a:rPr>
              <a:t> per garantire la massima qualità dei dati, articolato in </a:t>
            </a:r>
            <a:r>
              <a:rPr sz="1400" b="1">
                <a:latin typeface="Aptos"/>
              </a:rPr>
              <a:t>tre fasi</a:t>
            </a:r>
            <a:r>
              <a:rPr sz="1400">
                <a:latin typeface="Aptos"/>
              </a:rPr>
              <a:t> fondamentali che hanno preparato il terreno per le successive elaborazioni.</a:t>
            </a: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itle 3" descr="A clear, concise title that captures the main topic of the slide. Keep it under 10 words.">
            <a:extLst>
              <a:ext uri="{FF2B5EF4-FFF2-40B4-BE49-F238E27FC236}">
                <a16:creationId xmlns:a16="http://schemas.microsoft.com/office/drawing/2014/main" id="{CC609F50-3C2B-341C-DD9E-46B52E517298}"/>
              </a:ext>
            </a:extLst>
          </p:cNvPr>
          <p:cNvSpPr txBox="1">
            <a:spLocks/>
          </p:cNvSpPr>
          <p:nvPr/>
        </p:nvSpPr>
        <p:spPr>
          <a:xfrm>
            <a:off x="419100" y="685800"/>
            <a:ext cx="3428785" cy="387291"/>
          </a:xfrm>
          <a:prstGeom prst="rect">
            <a:avLst/>
          </a:prstGeom>
          <a:ln/>
        </p:spPr>
        <p:txBody>
          <a:bodyPr vert="horz" wrap="none" lIns="0" tIns="0" rIns="0" bIns="0" rtlCol="0" anchor="t" anchorCtr="0">
            <a:normAutofit/>
          </a:bodyPr>
          <a:lstStyle>
            <a:lvl1pPr>
              <a:spcBef>
                <a:spcPct val="0"/>
              </a:spcBef>
              <a:buNone/>
              <a:defRPr sz="2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>
                <a:latin typeface="Aptos"/>
              </a:rPr>
              <a:t>Pulizia dei dati: il nostro approccio in SQL</a:t>
            </a: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" descr="Text content for header box:&#10;&#10;- Must be a SINGLE clear statement between 2-5 words&#10;- Must be complete, clear, and impactful&#10;- Must contain the name of the project or the name of the client&#10;- Must be in uppercase&#10;&#10;&#10;Example: &quot;[NAME OF THE CLIENT], SOLARIA GENAI PLATFORM&quot;">
            <a:extLst>
              <a:ext uri="{FF2B5EF4-FFF2-40B4-BE49-F238E27FC236}">
                <a16:creationId xmlns:a16="http://schemas.microsoft.com/office/drawing/2014/main" id="{98041FEB-F111-367B-9B7D-44F590429741}"/>
              </a:ext>
            </a:extLst>
          </p:cNvPr>
          <p:cNvSpPr txBox="1">
            <a:spLocks/>
          </p:cNvSpPr>
          <p:nvPr/>
        </p:nvSpPr>
        <p:spPr>
          <a:xfrm>
            <a:off x="419100" y="317378"/>
            <a:ext cx="11188700" cy="387291"/>
          </a:xfrm>
          <a:prstGeom prst="rect">
            <a:avLst/>
          </a:prstGeom>
          <a:ln/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SzPct val="100000"/>
              <a:buFont typeface="Arial" panose="020B0604020202020204" pitchFamily="34" charset="0"/>
              <a:buNone/>
              <a:defRPr sz="1300" b="0"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/>
              <a:buNone/>
              <a:defRPr lang="en-US" sz="1300" b="1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2pPr>
            <a:lvl3pPr marL="17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300" kern="120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3pPr>
            <a:lvl4pPr marL="3564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4pPr>
            <a:lvl5pPr marL="532800" indent="-176400" algn="l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Char char="−"/>
              <a:tabLst/>
              <a:defRPr lang="en-US" sz="1300" kern="1200" baseline="0" dirty="0" smtClean="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Open Sans" panose="020B0606030504020204" pitchFamily="34" charset="0"/>
              </a:defRPr>
            </a:lvl5pPr>
            <a:lvl6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2800" indent="-176400" algn="l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Char char="−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latin typeface="Aptos"/>
              </a:rPr>
              <a:t>PROGETTO ANALISI PRENOTAZIONI HOTEL</a:t>
            </a:r>
          </a:p>
        </p:txBody>
      </p:sp>
      <p:sp>
        <p:nvSpPr>
          <p:cNvPr id="47" name="Title 3" descr="A clear, concise title that captures the main topic of the slide. Keep it under 10 words.">
            <a:extLst>
              <a:ext uri="{FF2B5EF4-FFF2-40B4-BE49-F238E27FC236}">
                <a16:creationId xmlns:a16="http://schemas.microsoft.com/office/drawing/2014/main" id="{CF8DF0C5-65E8-2897-7E56-36142439A92E}"/>
              </a:ext>
            </a:extLst>
          </p:cNvPr>
          <p:cNvSpPr txBox="1">
            <a:spLocks/>
          </p:cNvSpPr>
          <p:nvPr/>
        </p:nvSpPr>
        <p:spPr>
          <a:xfrm>
            <a:off x="419100" y="685800"/>
            <a:ext cx="11017484" cy="387291"/>
          </a:xfrm>
          <a:prstGeom prst="rect">
            <a:avLst/>
          </a:prstGeom>
          <a:ln/>
        </p:spPr>
        <p:txBody>
          <a:bodyPr vert="horz" wrap="none" lIns="0" tIns="0" rIns="0" bIns="0" rtlCol="0" anchor="t" anchorCtr="0">
            <a:normAutofit/>
          </a:bodyPr>
          <a:lstStyle>
            <a:lvl1pPr>
              <a:spcBef>
                <a:spcPct val="0"/>
              </a:spcBef>
              <a:buNone/>
              <a:defRPr sz="2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2400">
                <a:latin typeface="Aptos"/>
              </a:rPr>
              <a:t>Analisi dei dati: insight da Python</a:t>
            </a:r>
            <a:endParaRPr lang="it-IT" sz="2400"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0EE2C2-01F0-7FAA-DE24-ABE6D35B4331}"/>
              </a:ext>
            </a:extLst>
          </p:cNvPr>
          <p:cNvCxnSpPr>
            <a:cxnSpLocks/>
          </p:cNvCxnSpPr>
          <p:nvPr/>
        </p:nvCxnSpPr>
        <p:spPr>
          <a:xfrm>
            <a:off x="6096000" y="1283191"/>
            <a:ext cx="13064" cy="4889009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7D3F32-DAE2-BA46-A78E-FAFA3497C709}"/>
              </a:ext>
            </a:extLst>
          </p:cNvPr>
          <p:cNvCxnSpPr>
            <a:cxnSpLocks/>
          </p:cNvCxnSpPr>
          <p:nvPr/>
        </p:nvCxnSpPr>
        <p:spPr>
          <a:xfrm>
            <a:off x="683351" y="3831964"/>
            <a:ext cx="10803834" cy="0"/>
          </a:xfrm>
          <a:prstGeom prst="line">
            <a:avLst/>
          </a:prstGeom>
          <a:ln w="508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26E02C2-4935-4BB8-98DB-A8AEBB2BFE4F}"/>
              </a:ext>
            </a:extLst>
          </p:cNvPr>
          <p:cNvSpPr/>
          <p:nvPr/>
        </p:nvSpPr>
        <p:spPr bwMode="gray">
          <a:xfrm>
            <a:off x="2523924" y="4029441"/>
            <a:ext cx="720000" cy="720000"/>
          </a:xfrm>
          <a:prstGeom prst="ellipse">
            <a:avLst/>
          </a:prstGeom>
          <a:solidFill>
            <a:srgbClr val="001534"/>
          </a:solidFill>
          <a:ln w="3810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T" sz="1600" b="1">
              <a:solidFill>
                <a:schemeClr val="bg1"/>
              </a:solidFill>
            </a:endParaRPr>
          </a:p>
        </p:txBody>
      </p:sp>
      <p:sp>
        <p:nvSpPr>
          <p:cNvPr id="9" name="Rectangle 8" descr="Title for the first box:&#10;        - Must be in bold&#10;        - Should be 2 words&#10;        - Must be clear and descriptive&#10; I.e. **Generative AI*">
            <a:extLst>
              <a:ext uri="{FF2B5EF4-FFF2-40B4-BE49-F238E27FC236}">
                <a16:creationId xmlns:a16="http://schemas.microsoft.com/office/drawing/2014/main" id="{0D67E543-44ED-8F54-DE16-C8EFFCA8B2A9}"/>
              </a:ext>
            </a:extLst>
          </p:cNvPr>
          <p:cNvSpPr/>
          <p:nvPr/>
        </p:nvSpPr>
        <p:spPr bwMode="gray">
          <a:xfrm>
            <a:off x="1258324" y="2401316"/>
            <a:ext cx="3251200" cy="383024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sz="1600" b="1">
                <a:latin typeface="Aptos"/>
              </a:rPr>
              <a:t>Trend prenotazioni</a:t>
            </a:r>
          </a:p>
        </p:txBody>
      </p:sp>
      <p:sp>
        <p:nvSpPr>
          <p:cNvPr id="55" name="Rectangle 54" descr="Title for the third box:&#10;        - Must be in bold&#10;        - Should be 2 words&#10;        - Must be clear and descriptive&#10; I.e. **Generative AI*">
            <a:extLst>
              <a:ext uri="{FF2B5EF4-FFF2-40B4-BE49-F238E27FC236}">
                <a16:creationId xmlns:a16="http://schemas.microsoft.com/office/drawing/2014/main" id="{E4D8D738-12B7-4B25-AC5C-55C75886C310}"/>
              </a:ext>
            </a:extLst>
          </p:cNvPr>
          <p:cNvSpPr/>
          <p:nvPr/>
        </p:nvSpPr>
        <p:spPr bwMode="gray">
          <a:xfrm>
            <a:off x="1258324" y="4897992"/>
            <a:ext cx="3251200" cy="383024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sz="1600" b="1">
                <a:latin typeface="Aptos"/>
              </a:rPr>
              <a:t>Importanza feature</a:t>
            </a:r>
          </a:p>
        </p:txBody>
      </p:sp>
      <p:sp>
        <p:nvSpPr>
          <p:cNvPr id="62" name="Rectangle 61" descr="Text content for first section:&#10;        - Must be a paragraph between 15-20 words&#10;        - Must highlight key concepts in **bold** (2-3 terms maximum)&#10;        - Must be complete, clear, and impactful&#10;        - Can use list or bullet points to be more concise&#10;                -The content must differ from the text in other boxes&#10;        - Should connect logically to other text boxes ">
            <a:extLst>
              <a:ext uri="{FF2B5EF4-FFF2-40B4-BE49-F238E27FC236}">
                <a16:creationId xmlns:a16="http://schemas.microsoft.com/office/drawing/2014/main" id="{168E2909-1BAC-FF67-14A4-068C7D7D7993}"/>
              </a:ext>
            </a:extLst>
          </p:cNvPr>
          <p:cNvSpPr/>
          <p:nvPr/>
        </p:nvSpPr>
        <p:spPr bwMode="gray">
          <a:xfrm>
            <a:off x="926874" y="2752219"/>
            <a:ext cx="3914100" cy="90861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/>
          </a:bodyPr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sz="1400">
                <a:latin typeface="Aptos"/>
              </a:rPr>
              <a:t>L'analisi ha rivelato picchi di prenotazione nei </a:t>
            </a:r>
            <a:r>
              <a:rPr sz="1400" b="1">
                <a:latin typeface="Aptos"/>
              </a:rPr>
              <a:t>mesi estivi</a:t>
            </a:r>
            <a:r>
              <a:rPr sz="1400">
                <a:latin typeface="Aptos"/>
              </a:rPr>
              <a:t> e una correlazione diretta tra il </a:t>
            </a:r>
            <a:r>
              <a:rPr sz="1400" b="1">
                <a:latin typeface="Aptos"/>
              </a:rPr>
              <a:t>lead time</a:t>
            </a:r>
            <a:r>
              <a:rPr sz="1400">
                <a:latin typeface="Aptos"/>
              </a:rPr>
              <a:t> e i tassi di cancellazione.</a:t>
            </a:r>
          </a:p>
        </p:txBody>
      </p:sp>
      <p:sp>
        <p:nvSpPr>
          <p:cNvPr id="64" name="Rectangle 63" descr="Text content for third section:&#10;        - Must be a paragraph between 15-20 words&#10;        - Must highlight key concepts in **bold** (2-3 terms maximum)&#10;        - Must be complete, clear, and impactful&#10;        - Can use list or bullet points to be more concise&#10;                -The content must differ from the text in other boxes&#10;        - Should connect logically to other text boxes ">
            <a:extLst>
              <a:ext uri="{FF2B5EF4-FFF2-40B4-BE49-F238E27FC236}">
                <a16:creationId xmlns:a16="http://schemas.microsoft.com/office/drawing/2014/main" id="{81320CE0-0328-E6FB-4C5B-53FFEE82FF34}"/>
              </a:ext>
            </a:extLst>
          </p:cNvPr>
          <p:cNvSpPr/>
          <p:nvPr/>
        </p:nvSpPr>
        <p:spPr bwMode="gray">
          <a:xfrm>
            <a:off x="926874" y="5235263"/>
            <a:ext cx="3914100" cy="90861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/>
          </a:bodyPr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sz="1400">
                <a:latin typeface="Aptos"/>
              </a:rPr>
              <a:t>I predittori più significativi per le cancellazioni sono il </a:t>
            </a:r>
            <a:r>
              <a:rPr sz="1400" b="1">
                <a:latin typeface="Aptos"/>
              </a:rPr>
              <a:t>lead_time</a:t>
            </a:r>
            <a:r>
              <a:rPr sz="1400">
                <a:latin typeface="Aptos"/>
              </a:rPr>
              <a:t>, il </a:t>
            </a:r>
            <a:r>
              <a:rPr sz="1400" b="1">
                <a:latin typeface="Aptos"/>
              </a:rPr>
              <a:t>market_segment</a:t>
            </a:r>
            <a:r>
              <a:rPr sz="1400">
                <a:latin typeface="Aptos"/>
              </a:rPr>
              <a:t> (in particolare 'Online TA') e il </a:t>
            </a:r>
            <a:r>
              <a:rPr sz="1400" b="1">
                <a:latin typeface="Aptos"/>
              </a:rPr>
              <a:t>deposit_type</a:t>
            </a:r>
            <a:r>
              <a:rPr sz="1400">
                <a:latin typeface="Aptos"/>
              </a:rPr>
              <a:t>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0B3816-0E28-A499-9148-57A309CA9509}"/>
              </a:ext>
            </a:extLst>
          </p:cNvPr>
          <p:cNvSpPr/>
          <p:nvPr/>
        </p:nvSpPr>
        <p:spPr bwMode="gray">
          <a:xfrm>
            <a:off x="8961139" y="4029441"/>
            <a:ext cx="720000" cy="720000"/>
          </a:xfrm>
          <a:prstGeom prst="ellipse">
            <a:avLst/>
          </a:prstGeom>
          <a:solidFill>
            <a:srgbClr val="001534"/>
          </a:solidFill>
          <a:ln w="3810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T" sz="1600" b="1">
              <a:solidFill>
                <a:schemeClr val="bg1"/>
              </a:solidFill>
            </a:endParaRPr>
          </a:p>
        </p:txBody>
      </p:sp>
      <p:sp>
        <p:nvSpPr>
          <p:cNvPr id="53" name="Rectangle 52" descr="Title for the second box:&#10;        - Must be in bold&#10;        - Should be 2 words&#10;        - Must be clear and descriptive&#10; I.e. **Generative AI*">
            <a:extLst>
              <a:ext uri="{FF2B5EF4-FFF2-40B4-BE49-F238E27FC236}">
                <a16:creationId xmlns:a16="http://schemas.microsoft.com/office/drawing/2014/main" id="{0AEA3A7E-D800-15FE-6BC2-07DA9459DB76}"/>
              </a:ext>
            </a:extLst>
          </p:cNvPr>
          <p:cNvSpPr/>
          <p:nvPr/>
        </p:nvSpPr>
        <p:spPr bwMode="gray">
          <a:xfrm>
            <a:off x="7695539" y="2389060"/>
            <a:ext cx="3251200" cy="383024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sz="1600" b="1">
                <a:latin typeface="Aptos"/>
              </a:rPr>
              <a:t>Segmentazione clientela</a:t>
            </a:r>
          </a:p>
        </p:txBody>
      </p:sp>
      <p:sp>
        <p:nvSpPr>
          <p:cNvPr id="57" name="Rectangle 56" descr="Title for the fourth box:&#10;        - Must be in bold&#10;        - Should be 2 words&#10;        - Must be clear and descriptive&#10; I.e. **Generative AI*">
            <a:extLst>
              <a:ext uri="{FF2B5EF4-FFF2-40B4-BE49-F238E27FC236}">
                <a16:creationId xmlns:a16="http://schemas.microsoft.com/office/drawing/2014/main" id="{8290DAED-8C7B-9A5E-650B-6EC80235E2F3}"/>
              </a:ext>
            </a:extLst>
          </p:cNvPr>
          <p:cNvSpPr/>
          <p:nvPr/>
        </p:nvSpPr>
        <p:spPr bwMode="gray">
          <a:xfrm>
            <a:off x="7695539" y="4911711"/>
            <a:ext cx="3251200" cy="383024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sz="1600" b="1">
                <a:latin typeface="Aptos"/>
              </a:rPr>
              <a:t>Modello predittivo</a:t>
            </a:r>
          </a:p>
        </p:txBody>
      </p:sp>
      <p:sp>
        <p:nvSpPr>
          <p:cNvPr id="63" name="Rectangle 62" descr="Text content for second section:&#10;        - Must be a paragraph between 15-20 words&#10;        - Must highlight key concepts in **bold** (2-3 terms maximum)&#10;        - Must be complete, clear, and impactful&#10;        - Can use list or bullet points to be more concise&#10;                -The content must differ from the text in other boxes&#10;        - Should connect logically to other text boxes ">
            <a:extLst>
              <a:ext uri="{FF2B5EF4-FFF2-40B4-BE49-F238E27FC236}">
                <a16:creationId xmlns:a16="http://schemas.microsoft.com/office/drawing/2014/main" id="{8F779F6C-00A6-5677-ADB9-33F001F9CD45}"/>
              </a:ext>
            </a:extLst>
          </p:cNvPr>
          <p:cNvSpPr/>
          <p:nvPr/>
        </p:nvSpPr>
        <p:spPr bwMode="gray">
          <a:xfrm>
            <a:off x="7364089" y="2752219"/>
            <a:ext cx="3914100" cy="90861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/>
          </a:bodyPr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sz="1400">
                <a:latin typeface="Aptos"/>
              </a:rPr>
              <a:t>I clienti sono stati segmentati in gruppi distinti, come </a:t>
            </a:r>
            <a:r>
              <a:rPr sz="1400" b="1">
                <a:latin typeface="Aptos"/>
              </a:rPr>
              <a:t>'Famiglie con bambini'</a:t>
            </a:r>
            <a:r>
              <a:rPr sz="1400">
                <a:latin typeface="Aptos"/>
              </a:rPr>
              <a:t> per i resort e </a:t>
            </a:r>
            <a:r>
              <a:rPr sz="1400" b="1">
                <a:latin typeface="Aptos"/>
              </a:rPr>
              <a:t>'Viaggiatori d'affari'</a:t>
            </a:r>
            <a:r>
              <a:rPr sz="1400">
                <a:latin typeface="Aptos"/>
              </a:rPr>
              <a:t> per gli hotel in città.</a:t>
            </a:r>
          </a:p>
        </p:txBody>
      </p:sp>
      <p:sp>
        <p:nvSpPr>
          <p:cNvPr id="65" name="Rectangle 64" descr="Text content for fourth section:&#10;        - Must be a paragraph between 15-20 words&#10;        - Must highlight key concepts in **bold** (2-3 terms maximum)&#10;        - Must be complete, clear, and impactful&#10;        - Can use list or bullet points to be more concise&#10;                -The content must differ from the text in other boxes&#10;        - Should connect logically to other text boxes ">
            <a:extLst>
              <a:ext uri="{FF2B5EF4-FFF2-40B4-BE49-F238E27FC236}">
                <a16:creationId xmlns:a16="http://schemas.microsoft.com/office/drawing/2014/main" id="{378C797B-967B-C529-7D77-7D37D15BF3A6}"/>
              </a:ext>
            </a:extLst>
          </p:cNvPr>
          <p:cNvSpPr/>
          <p:nvPr/>
        </p:nvSpPr>
        <p:spPr bwMode="gray">
          <a:xfrm>
            <a:off x="7364089" y="5235591"/>
            <a:ext cx="3914100" cy="90861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>
            <a:normAutofit fontScale="92500" lnSpcReduction="20000"/>
          </a:bodyPr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sz="1400">
                <a:latin typeface="Aptos"/>
              </a:rPr>
              <a:t>È stato sviluppato un modello di machine learning per prevedere le cancellazioni, raggiungendo un'</a:t>
            </a:r>
            <a:r>
              <a:rPr sz="1400" b="1">
                <a:latin typeface="Aptos"/>
              </a:rPr>
              <a:t>accuratezza dell'85%</a:t>
            </a:r>
            <a:r>
              <a:rPr sz="1400">
                <a:latin typeface="Aptos"/>
              </a:rPr>
              <a:t> e fornendo uno strumento prezioso.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72498D-9247-2165-8DE5-7791A996BCFF}"/>
              </a:ext>
            </a:extLst>
          </p:cNvPr>
          <p:cNvSpPr/>
          <p:nvPr/>
        </p:nvSpPr>
        <p:spPr bwMode="gray">
          <a:xfrm>
            <a:off x="2523924" y="1532765"/>
            <a:ext cx="720000" cy="720000"/>
          </a:xfrm>
          <a:prstGeom prst="ellipse">
            <a:avLst/>
          </a:prstGeom>
          <a:solidFill>
            <a:srgbClr val="001534"/>
          </a:solidFill>
          <a:ln w="3810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T" sz="1600" b="1">
              <a:solidFill>
                <a:schemeClr val="bg1"/>
              </a:solidFill>
            </a:endParaRP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664468" y="1673309"/>
            <a:ext cx="438912" cy="43891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64468" y="4169985"/>
            <a:ext cx="438912" cy="438912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453E05BC-E5C9-7C09-E984-6068B3EDD77E}"/>
              </a:ext>
            </a:extLst>
          </p:cNvPr>
          <p:cNvSpPr/>
          <p:nvPr/>
        </p:nvSpPr>
        <p:spPr bwMode="gray">
          <a:xfrm>
            <a:off x="8961139" y="1528753"/>
            <a:ext cx="720000" cy="720000"/>
          </a:xfrm>
          <a:prstGeom prst="ellipse">
            <a:avLst/>
          </a:prstGeom>
          <a:solidFill>
            <a:srgbClr val="001534"/>
          </a:solidFill>
          <a:ln w="3810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IT" sz="1600" b="1">
              <a:solidFill>
                <a:schemeClr val="bg1"/>
              </a:solidFill>
            </a:endParaRP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01683" y="1669297"/>
            <a:ext cx="438912" cy="43891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01683" y="4169985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 descr="Impactful text that rabs the reader's attention and introduces the content of the presentation. &#10;Requirements for the content:&#10;        - Must be in **bold** markdown format&#10;        - Maximum 20 words">
            <a:extLst>
              <a:ext uri="{FF2B5EF4-FFF2-40B4-BE49-F238E27FC236}">
                <a16:creationId xmlns:a16="http://schemas.microsoft.com/office/drawing/2014/main" id="{5750C0AA-ED8C-B086-D7C2-31E5BD8F1AFB}"/>
              </a:ext>
            </a:extLst>
          </p:cNvPr>
          <p:cNvSpPr txBox="1">
            <a:spLocks/>
          </p:cNvSpPr>
          <p:nvPr/>
        </p:nvSpPr>
        <p:spPr>
          <a:xfrm>
            <a:off x="2139616" y="2971800"/>
            <a:ext cx="7912768" cy="914400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ct val="100000"/>
              <a:buFontTx/>
              <a:buNone/>
              <a:defRPr sz="1200" b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1pPr>
            <a:lvl2pPr marL="179388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lang="en-US" sz="1200" b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0363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defRPr lang="en-US" sz="1200" b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38163" indent="-1778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defRPr lang="en-US" sz="1200" b="0" kern="1200" baseline="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17550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  <a:defRPr lang="en-US" sz="1200" b="0" kern="1200" baseline="0" dirty="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  <a:lvl6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9600" indent="-132300" algn="l" defTabSz="685800" rtl="0" eaLnBrk="1" latinLnBrk="0" hangingPunct="1">
              <a:spcBef>
                <a:spcPts val="0"/>
              </a:spcBef>
              <a:spcAft>
                <a:spcPts val="750"/>
              </a:spcAft>
              <a:buFont typeface="Verdana" panose="020B0604030504040204" pitchFamily="34" charset="0"/>
              <a:buChar char="−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200" b="1" dirty="0" err="1">
                <a:solidFill>
                  <a:srgbClr val="041E42"/>
                </a:solidFill>
                <a:latin typeface="Aptos"/>
              </a:rPr>
              <a:t>L'analisi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041E42"/>
                </a:solidFill>
                <a:latin typeface="Aptos"/>
              </a:rPr>
              <a:t>predittiva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delle </a:t>
            </a:r>
            <a:r>
              <a:rPr sz="3200" b="1" dirty="0" err="1">
                <a:solidFill>
                  <a:srgbClr val="041E42"/>
                </a:solidFill>
                <a:latin typeface="Aptos"/>
              </a:rPr>
              <a:t>cancellazioni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041E42"/>
                </a:solidFill>
                <a:latin typeface="Aptos"/>
              </a:rPr>
              <a:t>consente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di </a:t>
            </a:r>
            <a:r>
              <a:rPr sz="3200" b="1" dirty="0" err="1">
                <a:solidFill>
                  <a:srgbClr val="041E42"/>
                </a:solidFill>
                <a:latin typeface="Aptos"/>
              </a:rPr>
              <a:t>ottimizzare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le </a:t>
            </a:r>
            <a:r>
              <a:rPr sz="3200" b="1" dirty="0" err="1">
                <a:solidFill>
                  <a:srgbClr val="041E42"/>
                </a:solidFill>
                <a:latin typeface="Aptos"/>
              </a:rPr>
              <a:t>strategie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di </a:t>
            </a:r>
            <a:r>
              <a:rPr sz="3200" b="1" dirty="0" err="1">
                <a:solidFill>
                  <a:srgbClr val="041E42"/>
                </a:solidFill>
                <a:latin typeface="Aptos"/>
              </a:rPr>
              <a:t>prezzo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e </a:t>
            </a:r>
            <a:r>
              <a:rPr sz="3200" b="1" dirty="0" err="1">
                <a:solidFill>
                  <a:srgbClr val="041E42"/>
                </a:solidFill>
                <a:latin typeface="Aptos"/>
              </a:rPr>
              <a:t>aumentare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041E42"/>
                </a:solidFill>
                <a:latin typeface="Aptos"/>
              </a:rPr>
              <a:t>i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041E42"/>
                </a:solidFill>
                <a:latin typeface="Aptos"/>
              </a:rPr>
              <a:t>ricavi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041E42"/>
                </a:solidFill>
                <a:latin typeface="Aptos"/>
              </a:rPr>
              <a:t>fino</a:t>
            </a:r>
            <a:r>
              <a:rPr sz="3200" b="1" dirty="0">
                <a:solidFill>
                  <a:srgbClr val="041E42"/>
                </a:solidFill>
                <a:latin typeface="Aptos"/>
              </a:rPr>
              <a:t> al 15%.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E5778285-F657-46FA-83E9-5ECC214999D3}" vid="{931F9C79-6C51-4118-B787-859488224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TemplateConfiguration><![CDATA[{"elementsMetadata":[],"transformationConfigurations":[],"templateName":"Deloitte Network 16x9 OnScreen_2025","templateDescription":"Template Deloitte Network per proiezione | aggiornato con font Aptos","enableDocumentContentUpdater":false,"version":"2.0"}]]></TemplafyTemplateConfiguration>
</file>

<file path=customXml/item3.xml><?xml version="1.0" encoding="utf-8"?>
<TemplafyFormConfiguration><![CDATA[{"formFields":[],"formDataEntries":[]}]]></TemplafyFormConfigur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8c75f72-6986-4e40-9d12-e2995a2bbf5d" xsi:nil="true"/>
    <lcf76f155ced4ddcb4097134ff3c332f xmlns="235e017c-79f8-404c-9ce5-511aba15440c">
      <Terms xmlns="http://schemas.microsoft.com/office/infopath/2007/PartnerControls"/>
    </lcf76f155ced4ddcb4097134ff3c332f>
  </documentManagement>
</p:properties>
</file>

<file path=customXml/item5.xml><?xml version="1.0" encoding="utf-8"?>
<TemplafySlideTemplateConfiguration><![CDATA[{"slideVersion":2,"isValidatorEnabled":false,"isLocked":false,"elementsMetadata":[],"slideId":"638427368755697593","enableDocumentContentUpdater":false,"version":"2.0"}]]></TemplafySlideTemplate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92070686FDD04D9CF8BD6EF5D42678" ma:contentTypeVersion="16" ma:contentTypeDescription="Create a new document." ma:contentTypeScope="" ma:versionID="8f3fd0a54b2d3b413b0972bd661d9f51">
  <xsd:schema xmlns:xsd="http://www.w3.org/2001/XMLSchema" xmlns:xs="http://www.w3.org/2001/XMLSchema" xmlns:p="http://schemas.microsoft.com/office/2006/metadata/properties" xmlns:ns2="235e017c-79f8-404c-9ce5-511aba15440c" xmlns:ns3="38c75f72-6986-4e40-9d12-e2995a2bbf5d" targetNamespace="http://schemas.microsoft.com/office/2006/metadata/properties" ma:root="true" ma:fieldsID="e2af27701ae413b1d6e083bc6bfaf6c5" ns2:_="" ns3:_="">
    <xsd:import namespace="235e017c-79f8-404c-9ce5-511aba15440c"/>
    <xsd:import namespace="38c75f72-6986-4e40-9d12-e2995a2bbf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5e017c-79f8-404c-9ce5-511aba1544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c75f72-6986-4e40-9d12-e2995a2bbf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6f31f4-ed43-4f41-96e9-b875fdf38f29}" ma:internalName="TaxCatchAll" ma:showField="CatchAllData" ma:web="38c75f72-6986-4e40-9d12-e2995a2bbf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DEE20E-F35C-42FF-ABE6-D6D551E81C0F}">
  <ds:schemaRefs/>
</ds:datastoreItem>
</file>

<file path=customXml/itemProps2.xml><?xml version="1.0" encoding="utf-8"?>
<ds:datastoreItem xmlns:ds="http://schemas.openxmlformats.org/officeDocument/2006/customXml" ds:itemID="{F677CB49-4BDA-4B0E-9543-C9D968F4B2CB}">
  <ds:schemaRefs/>
</ds:datastoreItem>
</file>

<file path=customXml/itemProps3.xml><?xml version="1.0" encoding="utf-8"?>
<ds:datastoreItem xmlns:ds="http://schemas.openxmlformats.org/officeDocument/2006/customXml" ds:itemID="{50ACCC52-F647-4484-82AA-0F3F2833AA8D}">
  <ds:schemaRefs/>
</ds:datastoreItem>
</file>

<file path=customXml/itemProps4.xml><?xml version="1.0" encoding="utf-8"?>
<ds:datastoreItem xmlns:ds="http://schemas.openxmlformats.org/officeDocument/2006/customXml" ds:itemID="{9BBF235D-5BAD-4A08-AEE0-5E29BE15689F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235e017c-79f8-404c-9ce5-511aba15440c"/>
    <ds:schemaRef ds:uri="http://purl.org/dc/dcmitype/"/>
    <ds:schemaRef ds:uri="http://purl.org/dc/terms/"/>
    <ds:schemaRef ds:uri="http://schemas.openxmlformats.org/package/2006/metadata/core-properties"/>
    <ds:schemaRef ds:uri="38c75f72-6986-4e40-9d12-e2995a2bbf5d"/>
  </ds:schemaRefs>
</ds:datastoreItem>
</file>

<file path=customXml/itemProps5.xml><?xml version="1.0" encoding="utf-8"?>
<ds:datastoreItem xmlns:ds="http://schemas.openxmlformats.org/officeDocument/2006/customXml" ds:itemID="{80A09AD1-F959-41BF-B575-22D7AB2B9652}">
  <ds:schemaRefs/>
</ds:datastoreItem>
</file>

<file path=customXml/itemProps6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FB4C62DB-01A5-45D0-92D6-88381CFB85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5e017c-79f8-404c-9ce5-511aba15440c"/>
    <ds:schemaRef ds:uri="38c75f72-6986-4e40-9d12-e2995a2bbf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2257</TotalTime>
  <Words>685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Verdana</vt:lpstr>
      <vt:lpstr>Wingdings 2</vt:lpstr>
      <vt:lpstr>Deloitte_Brand_Theme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>Guarino, Siria</dc:creator>
  <cp:lastModifiedBy>Marino, Michele</cp:lastModifiedBy>
  <cp:revision>18</cp:revision>
  <dcterms:created xsi:type="dcterms:W3CDTF">2025-04-11T10:10:11Z</dcterms:created>
  <dcterms:modified xsi:type="dcterms:W3CDTF">2026-03-25T14:04:26Z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MediaServiceImageTags">
    <vt:lpwstr/>
  </property>
  <property fmtid="{D5CDD505-2E9C-101B-9397-08002B2CF9AE}" pid="10" name="TemplafyTimeStamp">
    <vt:lpwstr>2025-03-18T11:16:37</vt:lpwstr>
  </property>
  <property fmtid="{D5CDD505-2E9C-101B-9397-08002B2CF9AE}" pid="11" name="TemplafyTenantId">
    <vt:lpwstr>deloittecm</vt:lpwstr>
  </property>
  <property fmtid="{D5CDD505-2E9C-101B-9397-08002B2CF9AE}" pid="12" name="TemplafyTemplateId">
    <vt:lpwstr>638248494425998935</vt:lpwstr>
  </property>
  <property fmtid="{D5CDD505-2E9C-101B-9397-08002B2CF9AE}" pid="13" name="TemplafyUserProfileId">
    <vt:lpwstr>638109450311433024</vt:lpwstr>
  </property>
  <property fmtid="{D5CDD505-2E9C-101B-9397-08002B2CF9AE}" pid="14" name="TemplafyFromBlank">
    <vt:bool>false</vt:bool>
  </property>
  <property fmtid="{D5CDD505-2E9C-101B-9397-08002B2CF9AE}" pid="15" name="ContentTypeId">
    <vt:lpwstr>0x010100B092070686FDD04D9CF8BD6EF5D42678</vt:lpwstr>
  </property>
</Properties>
</file>